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0" r:id="rId4"/>
    <p:sldId id="271" r:id="rId5"/>
    <p:sldId id="273" r:id="rId6"/>
    <p:sldId id="274" r:id="rId7"/>
    <p:sldId id="275" r:id="rId8"/>
    <p:sldId id="277" r:id="rId9"/>
    <p:sldId id="27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125E7-8DF8-4696-84D2-4D1A0E478007}" v="5" dt="2026-07-21T04:51:07.146"/>
    <p1510:client id="{681E6270-07A6-42A9-9F62-2E44EAAE4429}" v="18" dt="2026-07-20T16:20:44.330"/>
    <p1510:client id="{F186EF7B-3A51-43C4-A156-C32E5F4BE041}" v="5" dt="2026-07-20T17:57:16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 B" userId="ac3387fc802c1f0e" providerId="LiveId" clId="{1936DDFA-8A1B-4799-A554-DE5A20788CAD}"/>
    <pc:docChg chg="undo custSel addSld delSld modSld sldOrd modMainMaster">
      <pc:chgData name="Santhosh Kumar B" userId="ac3387fc802c1f0e" providerId="LiveId" clId="{1936DDFA-8A1B-4799-A554-DE5A20788CAD}" dt="2026-07-20T18:09:44.694" v="833" actId="1076"/>
      <pc:docMkLst>
        <pc:docMk/>
      </pc:docMkLst>
      <pc:sldChg chg="addSp delSp modSp mod setBg">
        <pc:chgData name="Santhosh Kumar B" userId="ac3387fc802c1f0e" providerId="LiveId" clId="{1936DDFA-8A1B-4799-A554-DE5A20788CAD}" dt="2026-07-20T18:05:07.187" v="750" actId="1076"/>
        <pc:sldMkLst>
          <pc:docMk/>
          <pc:sldMk cId="0" sldId="257"/>
        </pc:sldMkLst>
        <pc:spChg chg="mod">
          <ac:chgData name="Santhosh Kumar B" userId="ac3387fc802c1f0e" providerId="LiveId" clId="{1936DDFA-8A1B-4799-A554-DE5A20788CAD}" dt="2026-07-20T18:04:56.766" v="748" actId="14100"/>
          <ac:spMkLst>
            <pc:docMk/>
            <pc:sldMk cId="0" sldId="257"/>
            <ac:spMk id="2" creationId="{D3C5237F-1C8B-74F0-15FA-0FABB7C749BF}"/>
          </ac:spMkLst>
        </pc:spChg>
        <pc:spChg chg="mod">
          <ac:chgData name="Santhosh Kumar B" userId="ac3387fc802c1f0e" providerId="LiveId" clId="{1936DDFA-8A1B-4799-A554-DE5A20788CAD}" dt="2026-07-20T17:49:34.985" v="471" actId="20577"/>
          <ac:spMkLst>
            <pc:docMk/>
            <pc:sldMk cId="0" sldId="257"/>
            <ac:spMk id="7" creationId="{BE5CAB67-4060-C4EA-5F0E-212E8CA41F09}"/>
          </ac:spMkLst>
        </pc:spChg>
        <pc:spChg chg="del">
          <ac:chgData name="Santhosh Kumar B" userId="ac3387fc802c1f0e" providerId="LiveId" clId="{1936DDFA-8A1B-4799-A554-DE5A20788CAD}" dt="2026-07-20T16:02:10.640" v="207" actId="478"/>
          <ac:spMkLst>
            <pc:docMk/>
            <pc:sldMk cId="0" sldId="257"/>
            <ac:spMk id="8" creationId="{0E1F7288-3F2D-7185-5F3A-B31BA155A1BB}"/>
          </ac:spMkLst>
        </pc:spChg>
        <pc:picChg chg="add mod">
          <ac:chgData name="Santhosh Kumar B" userId="ac3387fc802c1f0e" providerId="LiveId" clId="{1936DDFA-8A1B-4799-A554-DE5A20788CAD}" dt="2026-07-20T18:05:07.187" v="750" actId="1076"/>
          <ac:picMkLst>
            <pc:docMk/>
            <pc:sldMk cId="0" sldId="257"/>
            <ac:picMk id="6" creationId="{8DD9DB37-F9D0-0B01-FD75-19087AD1CA42}"/>
          </ac:picMkLst>
        </pc:picChg>
      </pc:sldChg>
      <pc:sldChg chg="addSp delSp modSp mod">
        <pc:chgData name="Santhosh Kumar B" userId="ac3387fc802c1f0e" providerId="LiveId" clId="{1936DDFA-8A1B-4799-A554-DE5A20788CAD}" dt="2026-07-20T17:51:41.253" v="560" actId="1076"/>
        <pc:sldMkLst>
          <pc:docMk/>
          <pc:sldMk cId="683837167" sldId="259"/>
        </pc:sldMkLst>
        <pc:spChg chg="mod">
          <ac:chgData name="Santhosh Kumar B" userId="ac3387fc802c1f0e" providerId="LiveId" clId="{1936DDFA-8A1B-4799-A554-DE5A20788CAD}" dt="2026-07-20T17:50:15.341" v="542"/>
          <ac:spMkLst>
            <pc:docMk/>
            <pc:sldMk cId="683837167" sldId="259"/>
            <ac:spMk id="2" creationId="{7A01ACB5-AF25-ACF9-5D14-14B270F3C0DB}"/>
          </ac:spMkLst>
        </pc:spChg>
        <pc:spChg chg="add del mod">
          <ac:chgData name="Santhosh Kumar B" userId="ac3387fc802c1f0e" providerId="LiveId" clId="{1936DDFA-8A1B-4799-A554-DE5A20788CAD}" dt="2026-07-20T17:50:28.577" v="544" actId="478"/>
          <ac:spMkLst>
            <pc:docMk/>
            <pc:sldMk cId="683837167" sldId="259"/>
            <ac:spMk id="7" creationId="{29B8942A-DF30-20C9-294A-E18F723E4797}"/>
          </ac:spMkLst>
        </pc:spChg>
        <pc:spChg chg="add mod">
          <ac:chgData name="Santhosh Kumar B" userId="ac3387fc802c1f0e" providerId="LiveId" clId="{1936DDFA-8A1B-4799-A554-DE5A20788CAD}" dt="2026-07-20T17:50:59.084" v="552" actId="1076"/>
          <ac:spMkLst>
            <pc:docMk/>
            <pc:sldMk cId="683837167" sldId="259"/>
            <ac:spMk id="8" creationId="{BB6AF278-3C14-2F96-24AC-8E3520C7AD71}"/>
          </ac:spMkLst>
        </pc:spChg>
        <pc:spChg chg="add del mod">
          <ac:chgData name="Santhosh Kumar B" userId="ac3387fc802c1f0e" providerId="LiveId" clId="{1936DDFA-8A1B-4799-A554-DE5A20788CAD}" dt="2026-07-20T16:01:03.401" v="156" actId="478"/>
          <ac:spMkLst>
            <pc:docMk/>
            <pc:sldMk cId="683837167" sldId="259"/>
            <ac:spMk id="10" creationId="{24D12A41-4F69-796B-C93D-1AF818959EEC}"/>
          </ac:spMkLst>
        </pc:spChg>
        <pc:spChg chg="add mod">
          <ac:chgData name="Santhosh Kumar B" userId="ac3387fc802c1f0e" providerId="LiveId" clId="{1936DDFA-8A1B-4799-A554-DE5A20788CAD}" dt="2026-07-20T17:51:41.253" v="560" actId="1076"/>
          <ac:spMkLst>
            <pc:docMk/>
            <pc:sldMk cId="683837167" sldId="259"/>
            <ac:spMk id="11" creationId="{847832D7-966F-250F-5633-82856C122353}"/>
          </ac:spMkLst>
        </pc:spChg>
        <pc:spChg chg="del">
          <ac:chgData name="Santhosh Kumar B" userId="ac3387fc802c1f0e" providerId="LiveId" clId="{1936DDFA-8A1B-4799-A554-DE5A20788CAD}" dt="2026-07-20T15:59:52.969" v="134" actId="478"/>
          <ac:spMkLst>
            <pc:docMk/>
            <pc:sldMk cId="683837167" sldId="259"/>
            <ac:spMk id="12" creationId="{021373A3-3A34-DF3B-C5A0-6D846D56C9AC}"/>
          </ac:spMkLst>
        </pc:spChg>
        <pc:spChg chg="del">
          <ac:chgData name="Santhosh Kumar B" userId="ac3387fc802c1f0e" providerId="LiveId" clId="{1936DDFA-8A1B-4799-A554-DE5A20788CAD}" dt="2026-07-20T15:59:31.455" v="116" actId="478"/>
          <ac:spMkLst>
            <pc:docMk/>
            <pc:sldMk cId="683837167" sldId="259"/>
            <ac:spMk id="13" creationId="{F90239AE-8DDA-1C13-467D-4B8F9D111716}"/>
          </ac:spMkLst>
        </pc:spChg>
        <pc:spChg chg="del mod">
          <ac:chgData name="Santhosh Kumar B" userId="ac3387fc802c1f0e" providerId="LiveId" clId="{1936DDFA-8A1B-4799-A554-DE5A20788CAD}" dt="2026-07-20T15:59:36.735" v="120"/>
          <ac:spMkLst>
            <pc:docMk/>
            <pc:sldMk cId="683837167" sldId="259"/>
            <ac:spMk id="15" creationId="{5AF0D60D-DBC6-3786-439E-CC22BE7AA83D}"/>
          </ac:spMkLst>
        </pc:spChg>
        <pc:spChg chg="add del mod">
          <ac:chgData name="Santhosh Kumar B" userId="ac3387fc802c1f0e" providerId="LiveId" clId="{1936DDFA-8A1B-4799-A554-DE5A20788CAD}" dt="2026-07-20T16:02:35.676" v="211" actId="478"/>
          <ac:spMkLst>
            <pc:docMk/>
            <pc:sldMk cId="683837167" sldId="259"/>
            <ac:spMk id="18" creationId="{EC2334EC-64B4-085B-9E44-E28EB4E75453}"/>
          </ac:spMkLst>
        </pc:spChg>
        <pc:spChg chg="del mod">
          <ac:chgData name="Santhosh Kumar B" userId="ac3387fc802c1f0e" providerId="LiveId" clId="{1936DDFA-8A1B-4799-A554-DE5A20788CAD}" dt="2026-07-20T15:59:40.613" v="125"/>
          <ac:spMkLst>
            <pc:docMk/>
            <pc:sldMk cId="683837167" sldId="259"/>
            <ac:spMk id="21" creationId="{AF6A4C2A-65D3-7D60-5A95-B6A5E735B827}"/>
          </ac:spMkLst>
        </pc:spChg>
        <pc:spChg chg="add del mod">
          <ac:chgData name="Santhosh Kumar B" userId="ac3387fc802c1f0e" providerId="LiveId" clId="{1936DDFA-8A1B-4799-A554-DE5A20788CAD}" dt="2026-07-20T17:50:25.481" v="543" actId="478"/>
          <ac:spMkLst>
            <pc:docMk/>
            <pc:sldMk cId="683837167" sldId="259"/>
            <ac:spMk id="22" creationId="{EEED95C1-004F-7673-86E6-77F1F2D08099}"/>
          </ac:spMkLst>
        </pc:spChg>
        <pc:spChg chg="del mod">
          <ac:chgData name="Santhosh Kumar B" userId="ac3387fc802c1f0e" providerId="LiveId" clId="{1936DDFA-8A1B-4799-A554-DE5A20788CAD}" dt="2026-07-20T15:59:43.321" v="130"/>
          <ac:spMkLst>
            <pc:docMk/>
            <pc:sldMk cId="683837167" sldId="259"/>
            <ac:spMk id="23" creationId="{710AD09F-B849-88AA-49A6-C8E9C8F64D56}"/>
          </ac:spMkLst>
        </pc:spChg>
        <pc:spChg chg="del mod">
          <ac:chgData name="Santhosh Kumar B" userId="ac3387fc802c1f0e" providerId="LiveId" clId="{1936DDFA-8A1B-4799-A554-DE5A20788CAD}" dt="2026-07-20T15:59:49.566" v="133" actId="478"/>
          <ac:spMkLst>
            <pc:docMk/>
            <pc:sldMk cId="683837167" sldId="259"/>
            <ac:spMk id="25" creationId="{7F6D60E9-8D75-6731-A7C1-91E1DEDDDDE7}"/>
          </ac:spMkLst>
        </pc:spChg>
        <pc:spChg chg="del">
          <ac:chgData name="Santhosh Kumar B" userId="ac3387fc802c1f0e" providerId="LiveId" clId="{1936DDFA-8A1B-4799-A554-DE5A20788CAD}" dt="2026-07-20T15:59:40.611" v="123" actId="478"/>
          <ac:spMkLst>
            <pc:docMk/>
            <pc:sldMk cId="683837167" sldId="259"/>
            <ac:spMk id="26" creationId="{13003EB9-727A-6251-02EA-E12C1AF8F817}"/>
          </ac:spMkLst>
        </pc:spChg>
        <pc:spChg chg="del mod">
          <ac:chgData name="Santhosh Kumar B" userId="ac3387fc802c1f0e" providerId="LiveId" clId="{1936DDFA-8A1B-4799-A554-DE5A20788CAD}" dt="2026-07-20T15:59:43.320" v="128" actId="478"/>
          <ac:spMkLst>
            <pc:docMk/>
            <pc:sldMk cId="683837167" sldId="259"/>
            <ac:spMk id="27" creationId="{063A09A5-14F3-7E17-58DA-12159CCEAE59}"/>
          </ac:spMkLst>
        </pc:spChg>
        <pc:spChg chg="del">
          <ac:chgData name="Santhosh Kumar B" userId="ac3387fc802c1f0e" providerId="LiveId" clId="{1936DDFA-8A1B-4799-A554-DE5A20788CAD}" dt="2026-07-20T15:59:36.725" v="118" actId="478"/>
          <ac:spMkLst>
            <pc:docMk/>
            <pc:sldMk cId="683837167" sldId="259"/>
            <ac:spMk id="29" creationId="{34D7A069-711D-B1BF-C625-8DEFCAA8292E}"/>
          </ac:spMkLst>
        </pc:spChg>
        <pc:picChg chg="add del">
          <ac:chgData name="Santhosh Kumar B" userId="ac3387fc802c1f0e" providerId="LiveId" clId="{1936DDFA-8A1B-4799-A554-DE5A20788CAD}" dt="2026-07-20T16:00:59.832" v="155" actId="478"/>
          <ac:picMkLst>
            <pc:docMk/>
            <pc:sldMk cId="683837167" sldId="259"/>
            <ac:picMk id="11" creationId="{725AC3FA-B817-6B9A-D4FF-1DF1DD398575}"/>
          </ac:picMkLst>
        </pc:picChg>
        <pc:picChg chg="add mod">
          <ac:chgData name="Santhosh Kumar B" userId="ac3387fc802c1f0e" providerId="LiveId" clId="{1936DDFA-8A1B-4799-A554-DE5A20788CAD}" dt="2026-07-20T17:51:34.257" v="558" actId="1076"/>
          <ac:picMkLst>
            <pc:docMk/>
            <pc:sldMk cId="683837167" sldId="259"/>
            <ac:picMk id="12" creationId="{F2294776-3D69-4348-CBB0-16800B1866F4}"/>
          </ac:picMkLst>
        </pc:picChg>
        <pc:picChg chg="add del">
          <ac:chgData name="Santhosh Kumar B" userId="ac3387fc802c1f0e" providerId="LiveId" clId="{1936DDFA-8A1B-4799-A554-DE5A20788CAD}" dt="2026-07-20T16:01:09.499" v="159" actId="478"/>
          <ac:picMkLst>
            <pc:docMk/>
            <pc:sldMk cId="683837167" sldId="259"/>
            <ac:picMk id="14" creationId="{451E3E43-025F-AA8C-444D-CAE72C762DF7}"/>
          </ac:picMkLst>
        </pc:picChg>
        <pc:picChg chg="add del mod">
          <ac:chgData name="Santhosh Kumar B" userId="ac3387fc802c1f0e" providerId="LiveId" clId="{1936DDFA-8A1B-4799-A554-DE5A20788CAD}" dt="2026-07-20T17:51:29.102" v="554" actId="478"/>
          <ac:picMkLst>
            <pc:docMk/>
            <pc:sldMk cId="683837167" sldId="259"/>
            <ac:picMk id="16" creationId="{F6B603C4-C86C-2B21-1E85-47E8840B2833}"/>
          </ac:picMkLst>
        </pc:picChg>
        <pc:picChg chg="del">
          <ac:chgData name="Santhosh Kumar B" userId="ac3387fc802c1f0e" providerId="LiveId" clId="{1936DDFA-8A1B-4799-A554-DE5A20788CAD}" dt="2026-07-20T15:59:37.486" v="121" actId="478"/>
          <ac:picMkLst>
            <pc:docMk/>
            <pc:sldMk cId="683837167" sldId="259"/>
            <ac:picMk id="19" creationId="{3262715D-E4B5-9F44-981A-BD8901BD6470}"/>
          </ac:picMkLst>
        </pc:picChg>
        <pc:picChg chg="del">
          <ac:chgData name="Santhosh Kumar B" userId="ac3387fc802c1f0e" providerId="LiveId" clId="{1936DDFA-8A1B-4799-A554-DE5A20788CAD}" dt="2026-07-20T15:59:45.625" v="131" actId="478"/>
          <ac:picMkLst>
            <pc:docMk/>
            <pc:sldMk cId="683837167" sldId="259"/>
            <ac:picMk id="31" creationId="{1F45AE0F-E483-2430-F52E-BE7D661776FA}"/>
          </ac:picMkLst>
        </pc:picChg>
      </pc:sldChg>
      <pc:sldChg chg="addSp delSp modSp del mod">
        <pc:chgData name="Santhosh Kumar B" userId="ac3387fc802c1f0e" providerId="LiveId" clId="{1936DDFA-8A1B-4799-A554-DE5A20788CAD}" dt="2026-07-20T18:05:23.064" v="751" actId="47"/>
        <pc:sldMkLst>
          <pc:docMk/>
          <pc:sldMk cId="706974413" sldId="260"/>
        </pc:sldMkLst>
        <pc:spChg chg="mod">
          <ac:chgData name="Santhosh Kumar B" userId="ac3387fc802c1f0e" providerId="LiveId" clId="{1936DDFA-8A1B-4799-A554-DE5A20788CAD}" dt="2026-07-20T16:03:15.576" v="220"/>
          <ac:spMkLst>
            <pc:docMk/>
            <pc:sldMk cId="706974413" sldId="260"/>
            <ac:spMk id="2" creationId="{60D02BB3-E669-D87B-E5CB-07EBE801A9D4}"/>
          </ac:spMkLst>
        </pc:spChg>
        <pc:spChg chg="mod">
          <ac:chgData name="Santhosh Kumar B" userId="ac3387fc802c1f0e" providerId="LiveId" clId="{1936DDFA-8A1B-4799-A554-DE5A20788CAD}" dt="2026-07-20T16:03:46.348" v="228" actId="14100"/>
          <ac:spMkLst>
            <pc:docMk/>
            <pc:sldMk cId="706974413" sldId="260"/>
            <ac:spMk id="4" creationId="{3A3FBE1E-5B99-B3FE-9742-81F5E5C95B10}"/>
          </ac:spMkLst>
        </pc:spChg>
        <pc:spChg chg="del">
          <ac:chgData name="Santhosh Kumar B" userId="ac3387fc802c1f0e" providerId="LiveId" clId="{1936DDFA-8A1B-4799-A554-DE5A20788CAD}" dt="2026-07-20T16:03:57.202" v="230" actId="478"/>
          <ac:spMkLst>
            <pc:docMk/>
            <pc:sldMk cId="706974413" sldId="260"/>
            <ac:spMk id="6" creationId="{C70A3A35-8330-CBF7-F0DD-88989D0D722C}"/>
          </ac:spMkLst>
        </pc:spChg>
        <pc:spChg chg="del">
          <ac:chgData name="Santhosh Kumar B" userId="ac3387fc802c1f0e" providerId="LiveId" clId="{1936DDFA-8A1B-4799-A554-DE5A20788CAD}" dt="2026-07-20T16:03:58.041" v="231" actId="478"/>
          <ac:spMkLst>
            <pc:docMk/>
            <pc:sldMk cId="706974413" sldId="260"/>
            <ac:spMk id="7" creationId="{322C9CCD-19D4-D226-E9F7-10B644CB4E62}"/>
          </ac:spMkLst>
        </pc:spChg>
        <pc:spChg chg="add mod">
          <ac:chgData name="Santhosh Kumar B" userId="ac3387fc802c1f0e" providerId="LiveId" clId="{1936DDFA-8A1B-4799-A554-DE5A20788CAD}" dt="2026-07-20T16:05:01.143" v="245" actId="1076"/>
          <ac:spMkLst>
            <pc:docMk/>
            <pc:sldMk cId="706974413" sldId="260"/>
            <ac:spMk id="8" creationId="{B1023AB9-A823-704C-C7E8-402D4E3A6432}"/>
          </ac:spMkLst>
        </pc:spChg>
        <pc:spChg chg="del">
          <ac:chgData name="Santhosh Kumar B" userId="ac3387fc802c1f0e" providerId="LiveId" clId="{1936DDFA-8A1B-4799-A554-DE5A20788CAD}" dt="2026-07-20T16:04:02.016" v="232" actId="478"/>
          <ac:spMkLst>
            <pc:docMk/>
            <pc:sldMk cId="706974413" sldId="260"/>
            <ac:spMk id="9" creationId="{E500C72C-EBC2-7585-57F8-EBD3337C3EED}"/>
          </ac:spMkLst>
        </pc:spChg>
        <pc:spChg chg="add mod">
          <ac:chgData name="Santhosh Kumar B" userId="ac3387fc802c1f0e" providerId="LiveId" clId="{1936DDFA-8A1B-4799-A554-DE5A20788CAD}" dt="2026-07-20T16:05:53.710" v="260" actId="1076"/>
          <ac:spMkLst>
            <pc:docMk/>
            <pc:sldMk cId="706974413" sldId="260"/>
            <ac:spMk id="13" creationId="{35448309-EACC-B3EB-404D-C35F7FC4111E}"/>
          </ac:spMkLst>
        </pc:spChg>
        <pc:picChg chg="add mod">
          <ac:chgData name="Santhosh Kumar B" userId="ac3387fc802c1f0e" providerId="LiveId" clId="{1936DDFA-8A1B-4799-A554-DE5A20788CAD}" dt="2026-07-20T16:04:43.484" v="240" actId="1076"/>
          <ac:picMkLst>
            <pc:docMk/>
            <pc:sldMk cId="706974413" sldId="260"/>
            <ac:picMk id="10" creationId="{D6031304-F42F-1C77-4FB5-31F478D04F64}"/>
          </ac:picMkLst>
        </pc:picChg>
        <pc:picChg chg="del">
          <ac:chgData name="Santhosh Kumar B" userId="ac3387fc802c1f0e" providerId="LiveId" clId="{1936DDFA-8A1B-4799-A554-DE5A20788CAD}" dt="2026-07-20T16:03:49.163" v="229" actId="478"/>
          <ac:picMkLst>
            <pc:docMk/>
            <pc:sldMk cId="706974413" sldId="260"/>
            <ac:picMk id="21" creationId="{B1937A98-B4C8-6BC2-8AC8-CC4CDA331509}"/>
          </ac:picMkLst>
        </pc:picChg>
      </pc:sldChg>
      <pc:sldChg chg="del">
        <pc:chgData name="Santhosh Kumar B" userId="ac3387fc802c1f0e" providerId="LiveId" clId="{1936DDFA-8A1B-4799-A554-DE5A20788CAD}" dt="2026-07-20T16:06:11.326" v="262" actId="47"/>
        <pc:sldMkLst>
          <pc:docMk/>
          <pc:sldMk cId="4265613512" sldId="261"/>
        </pc:sldMkLst>
      </pc:sldChg>
      <pc:sldChg chg="del">
        <pc:chgData name="Santhosh Kumar B" userId="ac3387fc802c1f0e" providerId="LiveId" clId="{1936DDFA-8A1B-4799-A554-DE5A20788CAD}" dt="2026-07-20T16:21:07.404" v="461" actId="47"/>
        <pc:sldMkLst>
          <pc:docMk/>
          <pc:sldMk cId="1127584614" sldId="262"/>
        </pc:sldMkLst>
      </pc:sldChg>
      <pc:sldChg chg="del">
        <pc:chgData name="Santhosh Kumar B" userId="ac3387fc802c1f0e" providerId="LiveId" clId="{1936DDFA-8A1B-4799-A554-DE5A20788CAD}" dt="2026-07-20T16:21:05.692" v="460" actId="47"/>
        <pc:sldMkLst>
          <pc:docMk/>
          <pc:sldMk cId="653682524" sldId="263"/>
        </pc:sldMkLst>
      </pc:sldChg>
      <pc:sldChg chg="del">
        <pc:chgData name="Santhosh Kumar B" userId="ac3387fc802c1f0e" providerId="LiveId" clId="{1936DDFA-8A1B-4799-A554-DE5A20788CAD}" dt="2026-07-20T16:21:08.034" v="462" actId="47"/>
        <pc:sldMkLst>
          <pc:docMk/>
          <pc:sldMk cId="2794060540" sldId="264"/>
        </pc:sldMkLst>
      </pc:sldChg>
      <pc:sldChg chg="del">
        <pc:chgData name="Santhosh Kumar B" userId="ac3387fc802c1f0e" providerId="LiveId" clId="{1936DDFA-8A1B-4799-A554-DE5A20788CAD}" dt="2026-07-20T16:21:08.750" v="463" actId="47"/>
        <pc:sldMkLst>
          <pc:docMk/>
          <pc:sldMk cId="1929621348" sldId="265"/>
        </pc:sldMkLst>
      </pc:sldChg>
      <pc:sldChg chg="del">
        <pc:chgData name="Santhosh Kumar B" userId="ac3387fc802c1f0e" providerId="LiveId" clId="{1936DDFA-8A1B-4799-A554-DE5A20788CAD}" dt="2026-07-20T16:21:09.386" v="464" actId="47"/>
        <pc:sldMkLst>
          <pc:docMk/>
          <pc:sldMk cId="3803979596" sldId="266"/>
        </pc:sldMkLst>
      </pc:sldChg>
      <pc:sldChg chg="del">
        <pc:chgData name="Santhosh Kumar B" userId="ac3387fc802c1f0e" providerId="LiveId" clId="{1936DDFA-8A1B-4799-A554-DE5A20788CAD}" dt="2026-07-20T16:21:09.950" v="465" actId="47"/>
        <pc:sldMkLst>
          <pc:docMk/>
          <pc:sldMk cId="1273683677" sldId="267"/>
        </pc:sldMkLst>
      </pc:sldChg>
      <pc:sldChg chg="del">
        <pc:chgData name="Santhosh Kumar B" userId="ac3387fc802c1f0e" providerId="LiveId" clId="{1936DDFA-8A1B-4799-A554-DE5A20788CAD}" dt="2026-07-20T16:21:10.564" v="466" actId="47"/>
        <pc:sldMkLst>
          <pc:docMk/>
          <pc:sldMk cId="2786097838" sldId="268"/>
        </pc:sldMkLst>
      </pc:sldChg>
      <pc:sldChg chg="addSp delSp modSp add del mod setBg">
        <pc:chgData name="Santhosh Kumar B" userId="ac3387fc802c1f0e" providerId="LiveId" clId="{1936DDFA-8A1B-4799-A554-DE5A20788CAD}" dt="2026-07-20T18:01:41.811" v="690" actId="1076"/>
        <pc:sldMkLst>
          <pc:docMk/>
          <pc:sldMk cId="4232710635" sldId="269"/>
        </pc:sldMkLst>
        <pc:spChg chg="add">
          <ac:chgData name="Santhosh Kumar B" userId="ac3387fc802c1f0e" providerId="LiveId" clId="{1936DDFA-8A1B-4799-A554-DE5A20788CAD}" dt="2026-07-20T18:01:29.872" v="685" actId="22"/>
          <ac:spMkLst>
            <pc:docMk/>
            <pc:sldMk cId="4232710635" sldId="269"/>
            <ac:spMk id="3" creationId="{893E6574-60E7-B7DC-8A1C-167F5F82E21E}"/>
          </ac:spMkLst>
        </pc:spChg>
        <pc:picChg chg="add mod">
          <ac:chgData name="Santhosh Kumar B" userId="ac3387fc802c1f0e" providerId="LiveId" clId="{1936DDFA-8A1B-4799-A554-DE5A20788CAD}" dt="2026-07-20T18:01:41.811" v="690" actId="1076"/>
          <ac:picMkLst>
            <pc:docMk/>
            <pc:sldMk cId="4232710635" sldId="269"/>
            <ac:picMk id="5" creationId="{4CBE9F72-445C-CB88-F0E0-D0A0AE70FD1E}"/>
          </ac:picMkLst>
        </pc:picChg>
        <pc:picChg chg="del">
          <ac:chgData name="Santhosh Kumar B" userId="ac3387fc802c1f0e" providerId="LiveId" clId="{1936DDFA-8A1B-4799-A554-DE5A20788CAD}" dt="2026-07-20T18:01:29.550" v="684" actId="478"/>
          <ac:picMkLst>
            <pc:docMk/>
            <pc:sldMk cId="4232710635" sldId="269"/>
            <ac:picMk id="6" creationId="{1A525FDA-E925-B5BF-9295-D21CC51683A3}"/>
          </ac:picMkLst>
        </pc:picChg>
      </pc:sldChg>
      <pc:sldChg chg="addSp delSp modSp add mod">
        <pc:chgData name="Santhosh Kumar B" userId="ac3387fc802c1f0e" providerId="LiveId" clId="{1936DDFA-8A1B-4799-A554-DE5A20788CAD}" dt="2026-07-20T17:53:14.031" v="587" actId="14100"/>
        <pc:sldMkLst>
          <pc:docMk/>
          <pc:sldMk cId="630724935" sldId="270"/>
        </pc:sldMkLst>
        <pc:spChg chg="mod">
          <ac:chgData name="Santhosh Kumar B" userId="ac3387fc802c1f0e" providerId="LiveId" clId="{1936DDFA-8A1B-4799-A554-DE5A20788CAD}" dt="2026-07-20T17:51:56.320" v="561"/>
          <ac:spMkLst>
            <pc:docMk/>
            <pc:sldMk cId="630724935" sldId="270"/>
            <ac:spMk id="2" creationId="{F2D4170F-8FEC-44E2-1280-F27D96676146}"/>
          </ac:spMkLst>
        </pc:spChg>
        <pc:spChg chg="mod">
          <ac:chgData name="Santhosh Kumar B" userId="ac3387fc802c1f0e" providerId="LiveId" clId="{1936DDFA-8A1B-4799-A554-DE5A20788CAD}" dt="2026-07-20T17:53:02.751" v="583" actId="14100"/>
          <ac:spMkLst>
            <pc:docMk/>
            <pc:sldMk cId="630724935" sldId="270"/>
            <ac:spMk id="4" creationId="{94D6F455-1FAF-FC44-D93B-2B0B9C4BC26C}"/>
          </ac:spMkLst>
        </pc:spChg>
        <pc:spChg chg="add del mod">
          <ac:chgData name="Santhosh Kumar B" userId="ac3387fc802c1f0e" providerId="LiveId" clId="{1936DDFA-8A1B-4799-A554-DE5A20788CAD}" dt="2026-07-20T17:52:05.654" v="563" actId="478"/>
          <ac:spMkLst>
            <pc:docMk/>
            <pc:sldMk cId="630724935" sldId="270"/>
            <ac:spMk id="6" creationId="{423DBFE5-3273-4933-A212-ACC96CDC030D}"/>
          </ac:spMkLst>
        </pc:spChg>
        <pc:spChg chg="add mod">
          <ac:chgData name="Santhosh Kumar B" userId="ac3387fc802c1f0e" providerId="LiveId" clId="{1936DDFA-8A1B-4799-A554-DE5A20788CAD}" dt="2026-07-20T17:52:47.589" v="576" actId="1076"/>
          <ac:spMkLst>
            <pc:docMk/>
            <pc:sldMk cId="630724935" sldId="270"/>
            <ac:spMk id="8" creationId="{65A5A33D-C1C0-079F-701A-1CDEADC2E157}"/>
          </ac:spMkLst>
        </pc:spChg>
        <pc:spChg chg="del">
          <ac:chgData name="Santhosh Kumar B" userId="ac3387fc802c1f0e" providerId="LiveId" clId="{1936DDFA-8A1B-4799-A554-DE5A20788CAD}" dt="2026-07-20T16:06:48.722" v="269" actId="478"/>
          <ac:spMkLst>
            <pc:docMk/>
            <pc:sldMk cId="630724935" sldId="270"/>
            <ac:spMk id="8" creationId="{FA5A0273-08F0-ED84-BA6D-4CC807F44C99}"/>
          </ac:spMkLst>
        </pc:spChg>
        <pc:spChg chg="add del mod">
          <ac:chgData name="Santhosh Kumar B" userId="ac3387fc802c1f0e" providerId="LiveId" clId="{1936DDFA-8A1B-4799-A554-DE5A20788CAD}" dt="2026-07-20T17:52:03.405" v="562" actId="478"/>
          <ac:spMkLst>
            <pc:docMk/>
            <pc:sldMk cId="630724935" sldId="270"/>
            <ac:spMk id="12" creationId="{3D21B09C-1333-DA75-A9A5-95004FAC8BCC}"/>
          </ac:spMkLst>
        </pc:spChg>
        <pc:spChg chg="del">
          <ac:chgData name="Santhosh Kumar B" userId="ac3387fc802c1f0e" providerId="LiveId" clId="{1936DDFA-8A1B-4799-A554-DE5A20788CAD}" dt="2026-07-20T16:06:46.472" v="268" actId="478"/>
          <ac:spMkLst>
            <pc:docMk/>
            <pc:sldMk cId="630724935" sldId="270"/>
            <ac:spMk id="13" creationId="{289C3B5B-2377-4EA0-703D-B616491A1768}"/>
          </ac:spMkLst>
        </pc:spChg>
        <pc:picChg chg="add del mod">
          <ac:chgData name="Santhosh Kumar B" userId="ac3387fc802c1f0e" providerId="LiveId" clId="{1936DDFA-8A1B-4799-A554-DE5A20788CAD}" dt="2026-07-20T17:52:53.005" v="577" actId="478"/>
          <ac:picMkLst>
            <pc:docMk/>
            <pc:sldMk cId="630724935" sldId="270"/>
            <ac:picMk id="7" creationId="{14E70F3A-2BF7-580B-D976-C091FA953206}"/>
          </ac:picMkLst>
        </pc:picChg>
        <pc:picChg chg="add mod">
          <ac:chgData name="Santhosh Kumar B" userId="ac3387fc802c1f0e" providerId="LiveId" clId="{1936DDFA-8A1B-4799-A554-DE5A20788CAD}" dt="2026-07-20T17:53:14.031" v="587" actId="14100"/>
          <ac:picMkLst>
            <pc:docMk/>
            <pc:sldMk cId="630724935" sldId="270"/>
            <ac:picMk id="9" creationId="{FFACC4BA-33B6-98D5-524D-084CA656D499}"/>
          </ac:picMkLst>
        </pc:picChg>
        <pc:picChg chg="del">
          <ac:chgData name="Santhosh Kumar B" userId="ac3387fc802c1f0e" providerId="LiveId" clId="{1936DDFA-8A1B-4799-A554-DE5A20788CAD}" dt="2026-07-20T16:07:22.433" v="279" actId="478"/>
          <ac:picMkLst>
            <pc:docMk/>
            <pc:sldMk cId="630724935" sldId="270"/>
            <ac:picMk id="10" creationId="{02180A1F-3E51-CFDC-147F-60E6FE7FF7A5}"/>
          </ac:picMkLst>
        </pc:picChg>
      </pc:sldChg>
      <pc:sldChg chg="new del">
        <pc:chgData name="Santhosh Kumar B" userId="ac3387fc802c1f0e" providerId="LiveId" clId="{1936DDFA-8A1B-4799-A554-DE5A20788CAD}" dt="2026-07-20T16:01:18.208" v="166" actId="47"/>
        <pc:sldMkLst>
          <pc:docMk/>
          <pc:sldMk cId="2710007445" sldId="270"/>
        </pc:sldMkLst>
      </pc:sldChg>
      <pc:sldChg chg="addSp delSp modSp add mod">
        <pc:chgData name="Santhosh Kumar B" userId="ac3387fc802c1f0e" providerId="LiveId" clId="{1936DDFA-8A1B-4799-A554-DE5A20788CAD}" dt="2026-07-20T17:55:48.465" v="635" actId="1076"/>
        <pc:sldMkLst>
          <pc:docMk/>
          <pc:sldMk cId="3199946957" sldId="271"/>
        </pc:sldMkLst>
        <pc:spChg chg="mod">
          <ac:chgData name="Santhosh Kumar B" userId="ac3387fc802c1f0e" providerId="LiveId" clId="{1936DDFA-8A1B-4799-A554-DE5A20788CAD}" dt="2026-07-20T17:53:26.213" v="590"/>
          <ac:spMkLst>
            <pc:docMk/>
            <pc:sldMk cId="3199946957" sldId="271"/>
            <ac:spMk id="2" creationId="{47BF66EE-839B-BE1A-29C0-2C5AC39C150F}"/>
          </ac:spMkLst>
        </pc:spChg>
        <pc:spChg chg="mod">
          <ac:chgData name="Santhosh Kumar B" userId="ac3387fc802c1f0e" providerId="LiveId" clId="{1936DDFA-8A1B-4799-A554-DE5A20788CAD}" dt="2026-07-20T17:55:04.428" v="622" actId="1076"/>
          <ac:spMkLst>
            <pc:docMk/>
            <pc:sldMk cId="3199946957" sldId="271"/>
            <ac:spMk id="4" creationId="{3BCB08B9-576B-BC6D-98B2-34A41D1C439B}"/>
          </ac:spMkLst>
        </pc:spChg>
        <pc:spChg chg="del">
          <ac:chgData name="Santhosh Kumar B" userId="ac3387fc802c1f0e" providerId="LiveId" clId="{1936DDFA-8A1B-4799-A554-DE5A20788CAD}" dt="2026-07-20T16:09:52.579" v="312" actId="478"/>
          <ac:spMkLst>
            <pc:docMk/>
            <pc:sldMk cId="3199946957" sldId="271"/>
            <ac:spMk id="6" creationId="{FCFA4D31-EAEB-603D-9B03-6840E82D7BEC}"/>
          </ac:spMkLst>
        </pc:spChg>
        <pc:spChg chg="add mod">
          <ac:chgData name="Santhosh Kumar B" userId="ac3387fc802c1f0e" providerId="LiveId" clId="{1936DDFA-8A1B-4799-A554-DE5A20788CAD}" dt="2026-07-20T17:55:48.465" v="635" actId="1076"/>
          <ac:spMkLst>
            <pc:docMk/>
            <pc:sldMk cId="3199946957" sldId="271"/>
            <ac:spMk id="7" creationId="{A17B741D-AA89-CF64-53FA-17759E680E9F}"/>
          </ac:spMkLst>
        </pc:spChg>
        <pc:spChg chg="add del mod">
          <ac:chgData name="Santhosh Kumar B" userId="ac3387fc802c1f0e" providerId="LiveId" clId="{1936DDFA-8A1B-4799-A554-DE5A20788CAD}" dt="2026-07-20T17:53:49.261" v="598" actId="478"/>
          <ac:spMkLst>
            <pc:docMk/>
            <pc:sldMk cId="3199946957" sldId="271"/>
            <ac:spMk id="8" creationId="{FDDC0072-F643-F282-92A8-35CF68C73640}"/>
          </ac:spMkLst>
        </pc:spChg>
        <pc:spChg chg="add del mod">
          <ac:chgData name="Santhosh Kumar B" userId="ac3387fc802c1f0e" providerId="LiveId" clId="{1936DDFA-8A1B-4799-A554-DE5A20788CAD}" dt="2026-07-20T17:53:53.854" v="600" actId="478"/>
          <ac:spMkLst>
            <pc:docMk/>
            <pc:sldMk cId="3199946957" sldId="271"/>
            <ac:spMk id="10" creationId="{B5B5C125-1DCB-D281-50FA-111090DAE6CD}"/>
          </ac:spMkLst>
        </pc:spChg>
        <pc:spChg chg="del mod">
          <ac:chgData name="Santhosh Kumar B" userId="ac3387fc802c1f0e" providerId="LiveId" clId="{1936DDFA-8A1B-4799-A554-DE5A20788CAD}" dt="2026-07-20T16:09:50.218" v="311" actId="478"/>
          <ac:spMkLst>
            <pc:docMk/>
            <pc:sldMk cId="3199946957" sldId="271"/>
            <ac:spMk id="12" creationId="{343F89F2-FC8C-A90C-6F8C-1FA4903FEE62}"/>
          </ac:spMkLst>
        </pc:spChg>
        <pc:spChg chg="del mod">
          <ac:chgData name="Santhosh Kumar B" userId="ac3387fc802c1f0e" providerId="LiveId" clId="{1936DDFA-8A1B-4799-A554-DE5A20788CAD}" dt="2026-07-20T17:54:18.719" v="612" actId="478"/>
          <ac:spMkLst>
            <pc:docMk/>
            <pc:sldMk cId="3199946957" sldId="271"/>
            <ac:spMk id="19" creationId="{3545AA8A-EAED-FBDC-0EFA-ED86DAC6FB16}"/>
          </ac:spMkLst>
        </pc:spChg>
        <pc:picChg chg="add mod">
          <ac:chgData name="Santhosh Kumar B" userId="ac3387fc802c1f0e" providerId="LiveId" clId="{1936DDFA-8A1B-4799-A554-DE5A20788CAD}" dt="2026-07-20T17:55:07.027" v="623" actId="1076"/>
          <ac:picMkLst>
            <pc:docMk/>
            <pc:sldMk cId="3199946957" sldId="271"/>
            <ac:picMk id="5" creationId="{7B23481E-CD7F-8476-B8E1-78E314F4D624}"/>
          </ac:picMkLst>
        </pc:picChg>
        <pc:picChg chg="del">
          <ac:chgData name="Santhosh Kumar B" userId="ac3387fc802c1f0e" providerId="LiveId" clId="{1936DDFA-8A1B-4799-A554-DE5A20788CAD}" dt="2026-07-20T16:09:53.663" v="313" actId="478"/>
          <ac:picMkLst>
            <pc:docMk/>
            <pc:sldMk cId="3199946957" sldId="271"/>
            <ac:picMk id="7" creationId="{714CBEF0-6D71-E3D5-86E7-6B6BF8CD6888}"/>
          </ac:picMkLst>
        </pc:picChg>
        <pc:picChg chg="add del mod">
          <ac:chgData name="Santhosh Kumar B" userId="ac3387fc802c1f0e" providerId="LiveId" clId="{1936DDFA-8A1B-4799-A554-DE5A20788CAD}" dt="2026-07-20T17:53:51.597" v="599" actId="478"/>
          <ac:picMkLst>
            <pc:docMk/>
            <pc:sldMk cId="3199946957" sldId="271"/>
            <ac:picMk id="13" creationId="{E0B63E7B-F1E6-98C3-3490-C53B06E04F12}"/>
          </ac:picMkLst>
        </pc:picChg>
      </pc:sldChg>
      <pc:sldChg chg="new del">
        <pc:chgData name="Santhosh Kumar B" userId="ac3387fc802c1f0e" providerId="LiveId" clId="{1936DDFA-8A1B-4799-A554-DE5A20788CAD}" dt="2026-07-20T16:21:14.138" v="469" actId="47"/>
        <pc:sldMkLst>
          <pc:docMk/>
          <pc:sldMk cId="2865974603" sldId="272"/>
        </pc:sldMkLst>
      </pc:sldChg>
      <pc:sldChg chg="addSp delSp modSp add mod">
        <pc:chgData name="Santhosh Kumar B" userId="ac3387fc802c1f0e" providerId="LiveId" clId="{1936DDFA-8A1B-4799-A554-DE5A20788CAD}" dt="2026-07-20T17:59:38.939" v="658" actId="1076"/>
        <pc:sldMkLst>
          <pc:docMk/>
          <pc:sldMk cId="1767561074" sldId="273"/>
        </pc:sldMkLst>
        <pc:spChg chg="mod">
          <ac:chgData name="Santhosh Kumar B" userId="ac3387fc802c1f0e" providerId="LiveId" clId="{1936DDFA-8A1B-4799-A554-DE5A20788CAD}" dt="2026-07-20T17:55:59.887" v="636"/>
          <ac:spMkLst>
            <pc:docMk/>
            <pc:sldMk cId="1767561074" sldId="273"/>
            <ac:spMk id="2" creationId="{A7A7DC99-34CE-6A44-F9E3-D7A09F28CCA0}"/>
          </ac:spMkLst>
        </pc:spChg>
        <pc:spChg chg="mod">
          <ac:chgData name="Santhosh Kumar B" userId="ac3387fc802c1f0e" providerId="LiveId" clId="{1936DDFA-8A1B-4799-A554-DE5A20788CAD}" dt="2026-07-20T17:59:38.939" v="658" actId="1076"/>
          <ac:spMkLst>
            <pc:docMk/>
            <pc:sldMk cId="1767561074" sldId="273"/>
            <ac:spMk id="4" creationId="{115AEEB9-1AA6-CFFE-3379-C2FE5E63C3D3}"/>
          </ac:spMkLst>
        </pc:spChg>
        <pc:spChg chg="del mod">
          <ac:chgData name="Santhosh Kumar B" userId="ac3387fc802c1f0e" providerId="LiveId" clId="{1936DDFA-8A1B-4799-A554-DE5A20788CAD}" dt="2026-07-20T17:57:24.843" v="641" actId="478"/>
          <ac:spMkLst>
            <pc:docMk/>
            <pc:sldMk cId="1767561074" sldId="273"/>
            <ac:spMk id="8" creationId="{9BDA5A63-9B6B-49E6-6F1C-4664E46F51B0}"/>
          </ac:spMkLst>
        </pc:spChg>
        <pc:spChg chg="del mod">
          <ac:chgData name="Santhosh Kumar B" userId="ac3387fc802c1f0e" providerId="LiveId" clId="{1936DDFA-8A1B-4799-A554-DE5A20788CAD}" dt="2026-07-20T16:13:03.519" v="348" actId="478"/>
          <ac:spMkLst>
            <pc:docMk/>
            <pc:sldMk cId="1767561074" sldId="273"/>
            <ac:spMk id="10" creationId="{6E8E5FF4-A93C-DB6D-9A07-0CBD801B0957}"/>
          </ac:spMkLst>
        </pc:spChg>
        <pc:picChg chg="add del mod">
          <ac:chgData name="Santhosh Kumar B" userId="ac3387fc802c1f0e" providerId="LiveId" clId="{1936DDFA-8A1B-4799-A554-DE5A20788CAD}" dt="2026-07-20T17:57:27.722" v="643" actId="478"/>
          <ac:picMkLst>
            <pc:docMk/>
            <pc:sldMk cId="1767561074" sldId="273"/>
            <ac:picMk id="5" creationId="{F4E131B8-6A24-9DC2-CDB4-CF06DC47F201}"/>
          </ac:picMkLst>
        </pc:picChg>
        <pc:picChg chg="add del mod">
          <ac:chgData name="Santhosh Kumar B" userId="ac3387fc802c1f0e" providerId="LiveId" clId="{1936DDFA-8A1B-4799-A554-DE5A20788CAD}" dt="2026-07-20T17:57:25.882" v="642" actId="478"/>
          <ac:picMkLst>
            <pc:docMk/>
            <pc:sldMk cId="1767561074" sldId="273"/>
            <ac:picMk id="6" creationId="{A4515035-D889-178A-8837-54E9DCEC7A9A}"/>
          </ac:picMkLst>
        </pc:picChg>
        <pc:picChg chg="add mod">
          <ac:chgData name="Santhosh Kumar B" userId="ac3387fc802c1f0e" providerId="LiveId" clId="{1936DDFA-8A1B-4799-A554-DE5A20788CAD}" dt="2026-07-20T17:58:02.963" v="656" actId="14100"/>
          <ac:picMkLst>
            <pc:docMk/>
            <pc:sldMk cId="1767561074" sldId="273"/>
            <ac:picMk id="7" creationId="{43EE231B-8761-9734-1EB8-912F8294C207}"/>
          </ac:picMkLst>
        </pc:picChg>
        <pc:picChg chg="del">
          <ac:chgData name="Santhosh Kumar B" userId="ac3387fc802c1f0e" providerId="LiveId" clId="{1936DDFA-8A1B-4799-A554-DE5A20788CAD}" dt="2026-07-20T16:13:52.152" v="350" actId="478"/>
          <ac:picMkLst>
            <pc:docMk/>
            <pc:sldMk cId="1767561074" sldId="273"/>
            <ac:picMk id="13" creationId="{D1FBA369-552C-DF24-801E-CCECA1E113BF}"/>
          </ac:picMkLst>
        </pc:picChg>
      </pc:sldChg>
      <pc:sldChg chg="addSp delSp modSp add mod">
        <pc:chgData name="Santhosh Kumar B" userId="ac3387fc802c1f0e" providerId="LiveId" clId="{1936DDFA-8A1B-4799-A554-DE5A20788CAD}" dt="2026-07-20T18:00:57.924" v="683" actId="14100"/>
        <pc:sldMkLst>
          <pc:docMk/>
          <pc:sldMk cId="2419488094" sldId="274"/>
        </pc:sldMkLst>
        <pc:spChg chg="mod">
          <ac:chgData name="Santhosh Kumar B" userId="ac3387fc802c1f0e" providerId="LiveId" clId="{1936DDFA-8A1B-4799-A554-DE5A20788CAD}" dt="2026-07-20T17:59:44.561" v="659"/>
          <ac:spMkLst>
            <pc:docMk/>
            <pc:sldMk cId="2419488094" sldId="274"/>
            <ac:spMk id="2" creationId="{103EF1E8-4EC7-F249-36F1-E1981A978F91}"/>
          </ac:spMkLst>
        </pc:spChg>
        <pc:spChg chg="mod">
          <ac:chgData name="Santhosh Kumar B" userId="ac3387fc802c1f0e" providerId="LiveId" clId="{1936DDFA-8A1B-4799-A554-DE5A20788CAD}" dt="2026-07-20T16:17:28.347" v="411" actId="1076"/>
          <ac:spMkLst>
            <pc:docMk/>
            <pc:sldMk cId="2419488094" sldId="274"/>
            <ac:spMk id="3" creationId="{ED28CF0C-47DB-50D5-CA0D-E9385C9E2D09}"/>
          </ac:spMkLst>
        </pc:spChg>
        <pc:spChg chg="del">
          <ac:chgData name="Santhosh Kumar B" userId="ac3387fc802c1f0e" providerId="LiveId" clId="{1936DDFA-8A1B-4799-A554-DE5A20788CAD}" dt="2026-07-20T16:15:04.190" v="369" actId="478"/>
          <ac:spMkLst>
            <pc:docMk/>
            <pc:sldMk cId="2419488094" sldId="274"/>
            <ac:spMk id="4" creationId="{1A088E20-9CC1-D65A-CFD2-DFA2FECE18A8}"/>
          </ac:spMkLst>
        </pc:spChg>
        <pc:spChg chg="add mod">
          <ac:chgData name="Santhosh Kumar B" userId="ac3387fc802c1f0e" providerId="LiveId" clId="{1936DDFA-8A1B-4799-A554-DE5A20788CAD}" dt="2026-07-20T18:00:50.306" v="679" actId="1076"/>
          <ac:spMkLst>
            <pc:docMk/>
            <pc:sldMk cId="2419488094" sldId="274"/>
            <ac:spMk id="5" creationId="{2409CF9C-E4F5-30DA-7343-7CDBA902C8C1}"/>
          </ac:spMkLst>
        </pc:spChg>
        <pc:spChg chg="add del">
          <ac:chgData name="Santhosh Kumar B" userId="ac3387fc802c1f0e" providerId="LiveId" clId="{1936DDFA-8A1B-4799-A554-DE5A20788CAD}" dt="2026-07-20T18:00:40.271" v="674" actId="22"/>
          <ac:spMkLst>
            <pc:docMk/>
            <pc:sldMk cId="2419488094" sldId="274"/>
            <ac:spMk id="7" creationId="{9272A8CE-2BF5-CEBD-4FA3-0A8704F343AC}"/>
          </ac:spMkLst>
        </pc:spChg>
        <pc:spChg chg="del">
          <ac:chgData name="Santhosh Kumar B" userId="ac3387fc802c1f0e" providerId="LiveId" clId="{1936DDFA-8A1B-4799-A554-DE5A20788CAD}" dt="2026-07-20T16:15:09.884" v="372" actId="478"/>
          <ac:spMkLst>
            <pc:docMk/>
            <pc:sldMk cId="2419488094" sldId="274"/>
            <ac:spMk id="8" creationId="{58C59105-47AF-0004-0827-3DDF28934252}"/>
          </ac:spMkLst>
        </pc:spChg>
        <pc:spChg chg="add del mod">
          <ac:chgData name="Santhosh Kumar B" userId="ac3387fc802c1f0e" providerId="LiveId" clId="{1936DDFA-8A1B-4799-A554-DE5A20788CAD}" dt="2026-07-20T17:59:59.112" v="663" actId="478"/>
          <ac:spMkLst>
            <pc:docMk/>
            <pc:sldMk cId="2419488094" sldId="274"/>
            <ac:spMk id="9" creationId="{0480CEE1-40FB-FA06-CF58-DFC1E19B2230}"/>
          </ac:spMkLst>
        </pc:spChg>
        <pc:spChg chg="add del mod ord">
          <ac:chgData name="Santhosh Kumar B" userId="ac3387fc802c1f0e" providerId="LiveId" clId="{1936DDFA-8A1B-4799-A554-DE5A20788CAD}" dt="2026-07-20T17:59:57.753" v="662" actId="478"/>
          <ac:spMkLst>
            <pc:docMk/>
            <pc:sldMk cId="2419488094" sldId="274"/>
            <ac:spMk id="10" creationId="{349C0F4D-C62C-8225-0272-4713DD1AC4EF}"/>
          </ac:spMkLst>
        </pc:spChg>
        <pc:spChg chg="add del mod">
          <ac:chgData name="Santhosh Kumar B" userId="ac3387fc802c1f0e" providerId="LiveId" clId="{1936DDFA-8A1B-4799-A554-DE5A20788CAD}" dt="2026-07-20T17:59:55.487" v="660" actId="478"/>
          <ac:spMkLst>
            <pc:docMk/>
            <pc:sldMk cId="2419488094" sldId="274"/>
            <ac:spMk id="13" creationId="{A4353EF2-1644-0BE4-A157-700E42B3303E}"/>
          </ac:spMkLst>
        </pc:spChg>
        <pc:spChg chg="add del mod ord">
          <ac:chgData name="Santhosh Kumar B" userId="ac3387fc802c1f0e" providerId="LiveId" clId="{1936DDFA-8A1B-4799-A554-DE5A20788CAD}" dt="2026-07-20T17:59:56.345" v="661" actId="478"/>
          <ac:spMkLst>
            <pc:docMk/>
            <pc:sldMk cId="2419488094" sldId="274"/>
            <ac:spMk id="15" creationId="{AB38357D-645F-DEBE-8792-A5DC89FCAE3A}"/>
          </ac:spMkLst>
        </pc:spChg>
        <pc:spChg chg="del mod">
          <ac:chgData name="Santhosh Kumar B" userId="ac3387fc802c1f0e" providerId="LiveId" clId="{1936DDFA-8A1B-4799-A554-DE5A20788CAD}" dt="2026-07-20T16:15:54.895" v="386" actId="478"/>
          <ac:spMkLst>
            <pc:docMk/>
            <pc:sldMk cId="2419488094" sldId="274"/>
            <ac:spMk id="19" creationId="{FCEEBEE2-A0F7-A22A-4F82-1CB130DA782F}"/>
          </ac:spMkLst>
        </pc:spChg>
        <pc:spChg chg="add del mod">
          <ac:chgData name="Santhosh Kumar B" userId="ac3387fc802c1f0e" providerId="LiveId" clId="{1936DDFA-8A1B-4799-A554-DE5A20788CAD}" dt="2026-07-20T18:00:10.306" v="668" actId="478"/>
          <ac:spMkLst>
            <pc:docMk/>
            <pc:sldMk cId="2419488094" sldId="274"/>
            <ac:spMk id="20" creationId="{626785E4-B6EF-8F8C-B2CB-785A98983E4D}"/>
          </ac:spMkLst>
        </pc:spChg>
        <pc:picChg chg="del">
          <ac:chgData name="Santhosh Kumar B" userId="ac3387fc802c1f0e" providerId="LiveId" clId="{1936DDFA-8A1B-4799-A554-DE5A20788CAD}" dt="2026-07-20T16:15:06.889" v="371" actId="478"/>
          <ac:picMkLst>
            <pc:docMk/>
            <pc:sldMk cId="2419488094" sldId="274"/>
            <ac:picMk id="5" creationId="{DDBA049D-179A-815F-77A2-A24F1937EFD2}"/>
          </ac:picMkLst>
        </pc:picChg>
        <pc:picChg chg="del">
          <ac:chgData name="Santhosh Kumar B" userId="ac3387fc802c1f0e" providerId="LiveId" clId="{1936DDFA-8A1B-4799-A554-DE5A20788CAD}" dt="2026-07-20T16:15:05.501" v="370" actId="478"/>
          <ac:picMkLst>
            <pc:docMk/>
            <pc:sldMk cId="2419488094" sldId="274"/>
            <ac:picMk id="6" creationId="{1E92832F-7054-6F23-7F81-5060B3231564}"/>
          </ac:picMkLst>
        </pc:picChg>
        <pc:picChg chg="add mod">
          <ac:chgData name="Santhosh Kumar B" userId="ac3387fc802c1f0e" providerId="LiveId" clId="{1936DDFA-8A1B-4799-A554-DE5A20788CAD}" dt="2026-07-20T18:00:57.924" v="683" actId="14100"/>
          <ac:picMkLst>
            <pc:docMk/>
            <pc:sldMk cId="2419488094" sldId="274"/>
            <ac:picMk id="8" creationId="{94F552C1-E65A-D861-F136-BCCEBAB6256C}"/>
          </ac:picMkLst>
        </pc:picChg>
        <pc:picChg chg="add del mod">
          <ac:chgData name="Santhosh Kumar B" userId="ac3387fc802c1f0e" providerId="LiveId" clId="{1936DDFA-8A1B-4799-A554-DE5A20788CAD}" dt="2026-07-20T18:00:00.114" v="664" actId="478"/>
          <ac:picMkLst>
            <pc:docMk/>
            <pc:sldMk cId="2419488094" sldId="274"/>
            <ac:picMk id="21" creationId="{538EDDDA-5075-27CF-B0AD-A220688B0E29}"/>
          </ac:picMkLst>
        </pc:picChg>
        <pc:picChg chg="add del mod">
          <ac:chgData name="Santhosh Kumar B" userId="ac3387fc802c1f0e" providerId="LiveId" clId="{1936DDFA-8A1B-4799-A554-DE5A20788CAD}" dt="2026-07-20T18:00:07.229" v="667" actId="478"/>
          <ac:picMkLst>
            <pc:docMk/>
            <pc:sldMk cId="2419488094" sldId="274"/>
            <ac:picMk id="22" creationId="{2F693A4E-44AB-BE05-F1E7-7877080F2F56}"/>
          </ac:picMkLst>
        </pc:picChg>
        <pc:picChg chg="add del">
          <ac:chgData name="Santhosh Kumar B" userId="ac3387fc802c1f0e" providerId="LiveId" clId="{1936DDFA-8A1B-4799-A554-DE5A20788CAD}" dt="2026-07-20T16:17:49.400" v="421" actId="478"/>
          <ac:picMkLst>
            <pc:docMk/>
            <pc:sldMk cId="2419488094" sldId="274"/>
            <ac:picMk id="23" creationId="{1EBDD55C-2534-1D56-16BD-A19FDE41D428}"/>
          </ac:picMkLst>
        </pc:picChg>
        <pc:picChg chg="add del mod">
          <ac:chgData name="Santhosh Kumar B" userId="ac3387fc802c1f0e" providerId="LiveId" clId="{1936DDFA-8A1B-4799-A554-DE5A20788CAD}" dt="2026-07-20T18:00:05.221" v="666" actId="478"/>
          <ac:picMkLst>
            <pc:docMk/>
            <pc:sldMk cId="2419488094" sldId="274"/>
            <ac:picMk id="24" creationId="{4CC9DB73-A983-1600-4946-45018B4F32BB}"/>
          </ac:picMkLst>
        </pc:picChg>
      </pc:sldChg>
      <pc:sldChg chg="addSp delSp modSp new del mod">
        <pc:chgData name="Santhosh Kumar B" userId="ac3387fc802c1f0e" providerId="LiveId" clId="{1936DDFA-8A1B-4799-A554-DE5A20788CAD}" dt="2026-07-20T17:53:21.372" v="588" actId="47"/>
        <pc:sldMkLst>
          <pc:docMk/>
          <pc:sldMk cId="3047305138" sldId="275"/>
        </pc:sldMkLst>
        <pc:spChg chg="del mod">
          <ac:chgData name="Santhosh Kumar B" userId="ac3387fc802c1f0e" providerId="LiveId" clId="{1936DDFA-8A1B-4799-A554-DE5A20788CAD}" dt="2026-07-20T16:19:02.494" v="439" actId="478"/>
          <ac:spMkLst>
            <pc:docMk/>
            <pc:sldMk cId="3047305138" sldId="275"/>
            <ac:spMk id="3" creationId="{68835768-7CB7-C829-7D08-6FD75E692003}"/>
          </ac:spMkLst>
        </pc:spChg>
        <pc:picChg chg="add mod">
          <ac:chgData name="Santhosh Kumar B" userId="ac3387fc802c1f0e" providerId="LiveId" clId="{1936DDFA-8A1B-4799-A554-DE5A20788CAD}" dt="2026-07-20T16:19:14.543" v="442" actId="14100"/>
          <ac:picMkLst>
            <pc:docMk/>
            <pc:sldMk cId="3047305138" sldId="275"/>
            <ac:picMk id="5" creationId="{AB449ECE-7FC7-B49F-2187-9F2E9AE190E6}"/>
          </ac:picMkLst>
        </pc:picChg>
      </pc:sldChg>
      <pc:sldChg chg="addSp delSp modSp add mod">
        <pc:chgData name="Santhosh Kumar B" userId="ac3387fc802c1f0e" providerId="LiveId" clId="{1936DDFA-8A1B-4799-A554-DE5A20788CAD}" dt="2026-07-20T18:04:08.127" v="736" actId="14100"/>
        <pc:sldMkLst>
          <pc:docMk/>
          <pc:sldMk cId="3633677601" sldId="275"/>
        </pc:sldMkLst>
        <pc:spChg chg="mod">
          <ac:chgData name="Santhosh Kumar B" userId="ac3387fc802c1f0e" providerId="LiveId" clId="{1936DDFA-8A1B-4799-A554-DE5A20788CAD}" dt="2026-07-20T18:02:03.473" v="692"/>
          <ac:spMkLst>
            <pc:docMk/>
            <pc:sldMk cId="3633677601" sldId="275"/>
            <ac:spMk id="2" creationId="{6FFCE182-8212-39F1-8186-41F062D0A605}"/>
          </ac:spMkLst>
        </pc:spChg>
        <pc:spChg chg="del mod">
          <ac:chgData name="Santhosh Kumar B" userId="ac3387fc802c1f0e" providerId="LiveId" clId="{1936DDFA-8A1B-4799-A554-DE5A20788CAD}" dt="2026-07-20T18:02:07.091" v="694" actId="478"/>
          <ac:spMkLst>
            <pc:docMk/>
            <pc:sldMk cId="3633677601" sldId="275"/>
            <ac:spMk id="5" creationId="{3E13F4F1-F90A-FD10-9009-3B449981D1D7}"/>
          </ac:spMkLst>
        </pc:spChg>
        <pc:spChg chg="add mod">
          <ac:chgData name="Santhosh Kumar B" userId="ac3387fc802c1f0e" providerId="LiveId" clId="{1936DDFA-8A1B-4799-A554-DE5A20788CAD}" dt="2026-07-20T18:03:05.699" v="710" actId="14100"/>
          <ac:spMkLst>
            <pc:docMk/>
            <pc:sldMk cId="3633677601" sldId="275"/>
            <ac:spMk id="6" creationId="{B8FB4746-BDCF-8167-F4FA-4E7419AF34D5}"/>
          </ac:spMkLst>
        </pc:spChg>
        <pc:spChg chg="add del">
          <ac:chgData name="Santhosh Kumar B" userId="ac3387fc802c1f0e" providerId="LiveId" clId="{1936DDFA-8A1B-4799-A554-DE5A20788CAD}" dt="2026-07-20T18:03:15.524" v="712" actId="22"/>
          <ac:spMkLst>
            <pc:docMk/>
            <pc:sldMk cId="3633677601" sldId="275"/>
            <ac:spMk id="9" creationId="{54F30645-2171-8032-D7F2-D458D40B7D96}"/>
          </ac:spMkLst>
        </pc:spChg>
        <pc:picChg chg="del">
          <ac:chgData name="Santhosh Kumar B" userId="ac3387fc802c1f0e" providerId="LiveId" clId="{1936DDFA-8A1B-4799-A554-DE5A20788CAD}" dt="2026-07-20T18:02:08.174" v="695" actId="478"/>
          <ac:picMkLst>
            <pc:docMk/>
            <pc:sldMk cId="3633677601" sldId="275"/>
            <ac:picMk id="8" creationId="{2E1FB425-9E2D-0479-78E0-FB11EE4CADEB}"/>
          </ac:picMkLst>
        </pc:picChg>
        <pc:picChg chg="add mod">
          <ac:chgData name="Santhosh Kumar B" userId="ac3387fc802c1f0e" providerId="LiveId" clId="{1936DDFA-8A1B-4799-A554-DE5A20788CAD}" dt="2026-07-20T18:03:56.948" v="731" actId="1076"/>
          <ac:picMkLst>
            <pc:docMk/>
            <pc:sldMk cId="3633677601" sldId="275"/>
            <ac:picMk id="10" creationId="{2A319B7E-30FE-2774-1117-F79BD83CD776}"/>
          </ac:picMkLst>
        </pc:picChg>
        <pc:picChg chg="add mod">
          <ac:chgData name="Santhosh Kumar B" userId="ac3387fc802c1f0e" providerId="LiveId" clId="{1936DDFA-8A1B-4799-A554-DE5A20788CAD}" dt="2026-07-20T18:04:08.127" v="736" actId="14100"/>
          <ac:picMkLst>
            <pc:docMk/>
            <pc:sldMk cId="3633677601" sldId="275"/>
            <ac:picMk id="12" creationId="{038FA355-F71B-6EE5-285D-F11F7D6E221E}"/>
          </ac:picMkLst>
        </pc:picChg>
      </pc:sldChg>
      <pc:sldChg chg="addSp delSp modSp new del mod">
        <pc:chgData name="Santhosh Kumar B" userId="ac3387fc802c1f0e" providerId="LiveId" clId="{1936DDFA-8A1B-4799-A554-DE5A20788CAD}" dt="2026-07-20T17:53:22.315" v="589" actId="47"/>
        <pc:sldMkLst>
          <pc:docMk/>
          <pc:sldMk cId="2283515673" sldId="276"/>
        </pc:sldMkLst>
        <pc:spChg chg="del">
          <ac:chgData name="Santhosh Kumar B" userId="ac3387fc802c1f0e" providerId="LiveId" clId="{1936DDFA-8A1B-4799-A554-DE5A20788CAD}" dt="2026-07-20T16:19:29.990" v="445" actId="478"/>
          <ac:spMkLst>
            <pc:docMk/>
            <pc:sldMk cId="2283515673" sldId="276"/>
            <ac:spMk id="2" creationId="{7CEE0C12-323E-86A0-990B-74BD04523D6F}"/>
          </ac:spMkLst>
        </pc:spChg>
        <pc:spChg chg="del">
          <ac:chgData name="Santhosh Kumar B" userId="ac3387fc802c1f0e" providerId="LiveId" clId="{1936DDFA-8A1B-4799-A554-DE5A20788CAD}" dt="2026-07-20T16:19:27.323" v="444" actId="478"/>
          <ac:spMkLst>
            <pc:docMk/>
            <pc:sldMk cId="2283515673" sldId="276"/>
            <ac:spMk id="3" creationId="{DD38D700-A1DB-FB81-F0DA-988ABA6F794E}"/>
          </ac:spMkLst>
        </pc:spChg>
        <pc:picChg chg="add mod">
          <ac:chgData name="Santhosh Kumar B" userId="ac3387fc802c1f0e" providerId="LiveId" clId="{1936DDFA-8A1B-4799-A554-DE5A20788CAD}" dt="2026-07-20T16:19:53.694" v="453" actId="14100"/>
          <ac:picMkLst>
            <pc:docMk/>
            <pc:sldMk cId="2283515673" sldId="276"/>
            <ac:picMk id="5" creationId="{83B8D9BF-806B-6B30-03C8-3102905588DB}"/>
          </ac:picMkLst>
        </pc:picChg>
      </pc:sldChg>
      <pc:sldChg chg="addSp delSp modSp add mod">
        <pc:chgData name="Santhosh Kumar B" userId="ac3387fc802c1f0e" providerId="LiveId" clId="{1936DDFA-8A1B-4799-A554-DE5A20788CAD}" dt="2026-07-20T18:07:48.062" v="791" actId="20577"/>
        <pc:sldMkLst>
          <pc:docMk/>
          <pc:sldMk cId="4230191863" sldId="276"/>
        </pc:sldMkLst>
        <pc:spChg chg="mod">
          <ac:chgData name="Santhosh Kumar B" userId="ac3387fc802c1f0e" providerId="LiveId" clId="{1936DDFA-8A1B-4799-A554-DE5A20788CAD}" dt="2026-07-20T18:07:48.062" v="791" actId="20577"/>
          <ac:spMkLst>
            <pc:docMk/>
            <pc:sldMk cId="4230191863" sldId="276"/>
            <ac:spMk id="2" creationId="{2D8A72A6-4DFA-CD4B-92E1-FAC1F8C6DA23}"/>
          </ac:spMkLst>
        </pc:spChg>
        <pc:spChg chg="add mod">
          <ac:chgData name="Santhosh Kumar B" userId="ac3387fc802c1f0e" providerId="LiveId" clId="{1936DDFA-8A1B-4799-A554-DE5A20788CAD}" dt="2026-07-20T18:07:07.187" v="768" actId="1076"/>
          <ac:spMkLst>
            <pc:docMk/>
            <pc:sldMk cId="4230191863" sldId="276"/>
            <ac:spMk id="5" creationId="{DD1FB8FE-3C20-2266-1C92-EC1B931B631C}"/>
          </ac:spMkLst>
        </pc:spChg>
        <pc:spChg chg="del mod">
          <ac:chgData name="Santhosh Kumar B" userId="ac3387fc802c1f0e" providerId="LiveId" clId="{1936DDFA-8A1B-4799-A554-DE5A20788CAD}" dt="2026-07-20T18:06:17.039" v="754" actId="478"/>
          <ac:spMkLst>
            <pc:docMk/>
            <pc:sldMk cId="4230191863" sldId="276"/>
            <ac:spMk id="6" creationId="{DEE9F8A5-3D6B-3795-38B7-032FBD624419}"/>
          </ac:spMkLst>
        </pc:spChg>
        <pc:spChg chg="add mod ord">
          <ac:chgData name="Santhosh Kumar B" userId="ac3387fc802c1f0e" providerId="LiveId" clId="{1936DDFA-8A1B-4799-A554-DE5A20788CAD}" dt="2026-07-20T18:07:02.492" v="767" actId="1076"/>
          <ac:spMkLst>
            <pc:docMk/>
            <pc:sldMk cId="4230191863" sldId="276"/>
            <ac:spMk id="7" creationId="{C8C7268F-E005-E3EF-B7EC-E832905F39DE}"/>
          </ac:spMkLst>
        </pc:spChg>
        <pc:spChg chg="add mod">
          <ac:chgData name="Santhosh Kumar B" userId="ac3387fc802c1f0e" providerId="LiveId" clId="{1936DDFA-8A1B-4799-A554-DE5A20788CAD}" dt="2026-07-20T18:07:25.404" v="775" actId="20577"/>
          <ac:spMkLst>
            <pc:docMk/>
            <pc:sldMk cId="4230191863" sldId="276"/>
            <ac:spMk id="9" creationId="{AA786FCC-F523-9D9D-C343-A1A3BCDE2B71}"/>
          </ac:spMkLst>
        </pc:spChg>
        <pc:picChg chg="del">
          <ac:chgData name="Santhosh Kumar B" userId="ac3387fc802c1f0e" providerId="LiveId" clId="{1936DDFA-8A1B-4799-A554-DE5A20788CAD}" dt="2026-07-20T18:06:22.012" v="755" actId="478"/>
          <ac:picMkLst>
            <pc:docMk/>
            <pc:sldMk cId="4230191863" sldId="276"/>
            <ac:picMk id="10" creationId="{C764D92A-D386-D505-26E4-CDF5A6477E7D}"/>
          </ac:picMkLst>
        </pc:picChg>
        <pc:picChg chg="del">
          <ac:chgData name="Santhosh Kumar B" userId="ac3387fc802c1f0e" providerId="LiveId" clId="{1936DDFA-8A1B-4799-A554-DE5A20788CAD}" dt="2026-07-20T18:06:23.052" v="756" actId="478"/>
          <ac:picMkLst>
            <pc:docMk/>
            <pc:sldMk cId="4230191863" sldId="276"/>
            <ac:picMk id="12" creationId="{7603D5DB-EA54-EB6C-C6E8-28C9482FE53C}"/>
          </ac:picMkLst>
        </pc:picChg>
        <pc:picChg chg="add mod">
          <ac:chgData name="Santhosh Kumar B" userId="ac3387fc802c1f0e" providerId="LiveId" clId="{1936DDFA-8A1B-4799-A554-DE5A20788CAD}" dt="2026-07-20T18:07:37.201" v="780" actId="1076"/>
          <ac:picMkLst>
            <pc:docMk/>
            <pc:sldMk cId="4230191863" sldId="276"/>
            <ac:picMk id="13" creationId="{5DAD1C35-758D-84F6-B918-0441A9B3C291}"/>
          </ac:picMkLst>
        </pc:picChg>
      </pc:sldChg>
      <pc:sldChg chg="addSp delSp modSp add mod">
        <pc:chgData name="Santhosh Kumar B" userId="ac3387fc802c1f0e" providerId="LiveId" clId="{1936DDFA-8A1B-4799-A554-DE5A20788CAD}" dt="2026-07-20T18:09:44.694" v="833" actId="1076"/>
        <pc:sldMkLst>
          <pc:docMk/>
          <pc:sldMk cId="1680822656" sldId="277"/>
        </pc:sldMkLst>
        <pc:spChg chg="mod">
          <ac:chgData name="Santhosh Kumar B" userId="ac3387fc802c1f0e" providerId="LiveId" clId="{1936DDFA-8A1B-4799-A554-DE5A20788CAD}" dt="2026-07-20T18:08:19.990" v="793"/>
          <ac:spMkLst>
            <pc:docMk/>
            <pc:sldMk cId="1680822656" sldId="277"/>
            <ac:spMk id="2" creationId="{0764031E-4AE5-A602-A77D-45BF0002DE28}"/>
          </ac:spMkLst>
        </pc:spChg>
        <pc:spChg chg="add mod">
          <ac:chgData name="Santhosh Kumar B" userId="ac3387fc802c1f0e" providerId="LiveId" clId="{1936DDFA-8A1B-4799-A554-DE5A20788CAD}" dt="2026-07-20T18:08:33.241" v="798" actId="2710"/>
          <ac:spMkLst>
            <pc:docMk/>
            <pc:sldMk cId="1680822656" sldId="277"/>
            <ac:spMk id="5" creationId="{E8DE0FC9-68BA-FD3D-3C33-672C4A758FB6}"/>
          </ac:spMkLst>
        </pc:spChg>
        <pc:spChg chg="del">
          <ac:chgData name="Santhosh Kumar B" userId="ac3387fc802c1f0e" providerId="LiveId" clId="{1936DDFA-8A1B-4799-A554-DE5A20788CAD}" dt="2026-07-20T18:08:25.649" v="794" actId="478"/>
          <ac:spMkLst>
            <pc:docMk/>
            <pc:sldMk cId="1680822656" sldId="277"/>
            <ac:spMk id="6" creationId="{D7618EAB-A09A-BB2B-C7F1-A18E642F11D7}"/>
          </ac:spMkLst>
        </pc:spChg>
        <pc:spChg chg="add del">
          <ac:chgData name="Santhosh Kumar B" userId="ac3387fc802c1f0e" providerId="LiveId" clId="{1936DDFA-8A1B-4799-A554-DE5A20788CAD}" dt="2026-07-20T18:08:42.004" v="802" actId="22"/>
          <ac:spMkLst>
            <pc:docMk/>
            <pc:sldMk cId="1680822656" sldId="277"/>
            <ac:spMk id="8" creationId="{297AAF4B-4F0A-8661-37EF-0AE5183EB82F}"/>
          </ac:spMkLst>
        </pc:spChg>
        <pc:spChg chg="add del mod">
          <ac:chgData name="Santhosh Kumar B" userId="ac3387fc802c1f0e" providerId="LiveId" clId="{1936DDFA-8A1B-4799-A554-DE5A20788CAD}" dt="2026-07-20T18:08:58.094" v="808" actId="478"/>
          <ac:spMkLst>
            <pc:docMk/>
            <pc:sldMk cId="1680822656" sldId="277"/>
            <ac:spMk id="11" creationId="{65211CB7-63C3-056D-3260-6FA0C9978644}"/>
          </ac:spMkLst>
        </pc:spChg>
        <pc:picChg chg="add del mod">
          <ac:chgData name="Santhosh Kumar B" userId="ac3387fc802c1f0e" providerId="LiveId" clId="{1936DDFA-8A1B-4799-A554-DE5A20788CAD}" dt="2026-07-20T18:08:58.094" v="808" actId="478"/>
          <ac:picMkLst>
            <pc:docMk/>
            <pc:sldMk cId="1680822656" sldId="277"/>
            <ac:picMk id="9" creationId="{045CC1B8-F8B7-A25E-BD4D-7B22D9CF6CC7}"/>
          </ac:picMkLst>
        </pc:picChg>
        <pc:picChg chg="del">
          <ac:chgData name="Santhosh Kumar B" userId="ac3387fc802c1f0e" providerId="LiveId" clId="{1936DDFA-8A1B-4799-A554-DE5A20788CAD}" dt="2026-07-20T18:08:34.252" v="799" actId="478"/>
          <ac:picMkLst>
            <pc:docMk/>
            <pc:sldMk cId="1680822656" sldId="277"/>
            <ac:picMk id="10" creationId="{C2331CFE-4D5A-5422-FD7D-EFF1535FFE9C}"/>
          </ac:picMkLst>
        </pc:picChg>
        <pc:picChg chg="del">
          <ac:chgData name="Santhosh Kumar B" userId="ac3387fc802c1f0e" providerId="LiveId" clId="{1936DDFA-8A1B-4799-A554-DE5A20788CAD}" dt="2026-07-20T18:08:35.846" v="800" actId="478"/>
          <ac:picMkLst>
            <pc:docMk/>
            <pc:sldMk cId="1680822656" sldId="277"/>
            <ac:picMk id="12" creationId="{3F6A0C3E-C7B4-32D9-4973-D26F18B58578}"/>
          </ac:picMkLst>
        </pc:picChg>
        <pc:picChg chg="add del mod">
          <ac:chgData name="Santhosh Kumar B" userId="ac3387fc802c1f0e" providerId="LiveId" clId="{1936DDFA-8A1B-4799-A554-DE5A20788CAD}" dt="2026-07-20T18:09:35.820" v="828" actId="478"/>
          <ac:picMkLst>
            <pc:docMk/>
            <pc:sldMk cId="1680822656" sldId="277"/>
            <ac:picMk id="13" creationId="{0E21B646-975E-FDB8-60C5-9832648FB972}"/>
          </ac:picMkLst>
        </pc:picChg>
        <pc:picChg chg="add mod">
          <ac:chgData name="Santhosh Kumar B" userId="ac3387fc802c1f0e" providerId="LiveId" clId="{1936DDFA-8A1B-4799-A554-DE5A20788CAD}" dt="2026-07-20T18:09:44.694" v="833" actId="1076"/>
          <ac:picMkLst>
            <pc:docMk/>
            <pc:sldMk cId="1680822656" sldId="277"/>
            <ac:picMk id="14" creationId="{64BEEB93-C9C4-E8F0-4A99-C8D2FE579B55}"/>
          </ac:picMkLst>
        </pc:picChg>
      </pc:sldChg>
      <pc:sldMasterChg chg="setBg modSldLayout">
        <pc:chgData name="Santhosh Kumar B" userId="ac3387fc802c1f0e" providerId="LiveId" clId="{1936DDFA-8A1B-4799-A554-DE5A20788CAD}" dt="2026-07-20T16:20:44.330" v="459"/>
        <pc:sldMasterMkLst>
          <pc:docMk/>
          <pc:sldMasterMk cId="8116025" sldId="2147483648"/>
        </pc:sldMasterMkLst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3163802097" sldId="2147483649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2905584753" sldId="2147483650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1584845861" sldId="2147483651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1856909047" sldId="2147483652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1847698737" sldId="2147483653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1636737051" sldId="2147483654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1130136004" sldId="2147483655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442454887" sldId="2147483656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406774561" sldId="2147483657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714580612" sldId="2147483658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3777467090" sldId="2147483659"/>
          </pc:sldLayoutMkLst>
        </pc:sldLayoutChg>
        <pc:sldLayoutChg chg="setBg">
          <pc:chgData name="Santhosh Kumar B" userId="ac3387fc802c1f0e" providerId="LiveId" clId="{1936DDFA-8A1B-4799-A554-DE5A20788CAD}" dt="2026-07-20T16:20:44.330" v="459"/>
          <pc:sldLayoutMkLst>
            <pc:docMk/>
            <pc:sldMasterMk cId="8116025" sldId="2147483648"/>
            <pc:sldLayoutMk cId="594874715" sldId="2147483660"/>
          </pc:sldLayoutMkLst>
        </pc:sldLayoutChg>
      </pc:sldMasterChg>
    </pc:docChg>
  </pc:docChgLst>
  <pc:docChgLst>
    <pc:chgData name="Yashmita Ganesh" userId="dbad1323fb78d9ed" providerId="LiveId" clId="{25055CC6-34B6-44B8-A6D9-117FA5E7AC34}"/>
    <pc:docChg chg="undo custSel modSld">
      <pc:chgData name="Yashmita Ganesh" userId="dbad1323fb78d9ed" providerId="LiveId" clId="{25055CC6-34B6-44B8-A6D9-117FA5E7AC34}" dt="2026-07-21T04:51:46.731" v="93" actId="2710"/>
      <pc:docMkLst>
        <pc:docMk/>
      </pc:docMkLst>
      <pc:sldChg chg="addSp delSp modSp mod">
        <pc:chgData name="Yashmita Ganesh" userId="dbad1323fb78d9ed" providerId="LiveId" clId="{25055CC6-34B6-44B8-A6D9-117FA5E7AC34}" dt="2026-07-21T04:51:46.731" v="93" actId="2710"/>
        <pc:sldMkLst>
          <pc:docMk/>
          <pc:sldMk cId="0" sldId="257"/>
        </pc:sldMkLst>
        <pc:spChg chg="mod">
          <ac:chgData name="Yashmita Ganesh" userId="dbad1323fb78d9ed" providerId="LiveId" clId="{25055CC6-34B6-44B8-A6D9-117FA5E7AC34}" dt="2026-07-21T04:50:29.018" v="69" actId="1076"/>
          <ac:spMkLst>
            <pc:docMk/>
            <pc:sldMk cId="0" sldId="257"/>
            <ac:spMk id="2" creationId="{D3C5237F-1C8B-74F0-15FA-0FABB7C749BF}"/>
          </ac:spMkLst>
        </pc:spChg>
        <pc:spChg chg="add del mod">
          <ac:chgData name="Yashmita Ganesh" userId="dbad1323fb78d9ed" providerId="LiveId" clId="{25055CC6-34B6-44B8-A6D9-117FA5E7AC34}" dt="2026-07-21T04:47:24.394" v="11"/>
          <ac:spMkLst>
            <pc:docMk/>
            <pc:sldMk cId="0" sldId="257"/>
            <ac:spMk id="8" creationId="{E47E6524-526D-148F-C3E8-D565E33C69CB}"/>
          </ac:spMkLst>
        </pc:spChg>
        <pc:spChg chg="mod">
          <ac:chgData name="Yashmita Ganesh" userId="dbad1323fb78d9ed" providerId="LiveId" clId="{25055CC6-34B6-44B8-A6D9-117FA5E7AC34}" dt="2026-07-21T04:51:22.107" v="76" actId="2711"/>
          <ac:spMkLst>
            <pc:docMk/>
            <pc:sldMk cId="0" sldId="257"/>
            <ac:spMk id="9" creationId="{360DA08A-A707-A0C4-F82E-A353E29C91E2}"/>
          </ac:spMkLst>
        </pc:spChg>
        <pc:spChg chg="add mod">
          <ac:chgData name="Yashmita Ganesh" userId="dbad1323fb78d9ed" providerId="LiveId" clId="{25055CC6-34B6-44B8-A6D9-117FA5E7AC34}" dt="2026-07-21T04:51:46.731" v="93" actId="2710"/>
          <ac:spMkLst>
            <pc:docMk/>
            <pc:sldMk cId="0" sldId="257"/>
            <ac:spMk id="11" creationId="{B06C6D50-7DD1-DE5A-B276-B09E20FEB9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BE257-A8F1-455C-BAAC-075F5CD314B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539E2-58DC-48E3-B72A-ADF05804A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964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8BCA-039B-29AB-54CE-FB2A1E615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3AB50-4C04-1E86-3C34-83CF25EF4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281DC-D909-D98B-DC31-DD9935DC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37407-EAFF-46E2-984E-4E859098C73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8E23-5B5B-1744-9E9B-0ED2CDB3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3F781-91BB-1EA1-CCA8-644BC271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80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09BB-3517-E527-8E7D-946985C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94BBF-706C-F045-94E6-BC97931AE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4765F-C23F-8C5F-6CEE-BC0B837F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7C5F1-6498-456A-815F-C4EE51195E86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FEF9-5634-D8C5-1A66-730F3458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EFE50-0F18-5CD2-A77A-480946BE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8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EB92-1636-2BAF-7E9C-5AE8D295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CEB9B-742E-37F0-EE20-80691527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883D-86C8-47A5-453E-4FED1379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D440-8A8E-4D6A-BD1B-244DAAC1C24E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D018-9503-7AD0-1A70-A9B9E434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4DED-29B3-B3F8-AA56-FD3F2264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4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8CDE-4A20-745E-C6F8-EB317EA2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A7B7E-9BCC-01AF-2644-D482862DB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5E306-9E1B-34F4-72EB-74A663307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6C546-4B76-4EA9-A57A-E186CCDD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3153-BD07-4696-AE3D-7A9E8B2616E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94FA3-DF8E-2966-3BAB-FE49D0A7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21F82-E94E-F5C0-B91F-9050B970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90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1B86-5110-98AD-C73B-8CC270D2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77BC2-0A5B-5FA8-D545-7E5760424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954B0-4A1D-A013-CBE7-4812BBC9A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2995E-4452-2B8C-3A5D-D509DEA83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3DD60-3ECE-1BA9-31D9-20BD7A2AE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39C10-4E37-97FF-3E1D-04845181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03DFC-0EBB-40BC-9289-2D8301F1156B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3233B-569E-E6A9-221E-8803E1E1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B458B-4EBC-D874-03BD-D2536052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6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FBFA-DB3A-2DC2-9384-6FD43EAB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FB0A1-870F-BC22-AC58-2655CF18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64E4-7D65-4BDB-B2F7-5335ED1B4266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1B37-D100-B2DB-706C-696F8D85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CA52E-3983-5841-425C-CD3F0145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3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B7F33-A8FE-3746-CDA8-F527331E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2E6E-A2B6-488D-A20F-A0CE16351AD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3CDD3-A925-B702-6DE3-EED9CDDB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11AB8-C891-DEB7-8DD1-FA866410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3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9EAF-D6C1-AE4F-B45A-3D71415B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9CEF9-AC7A-9E48-B434-B5A9550B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1DA45-CC4C-DB46-D947-AF403CA81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68E5C-161D-D1DA-64A2-CE2830F6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BCF1-0B8D-4C93-BC87-81E559C97DEB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C4BE3-C2D5-B9C0-5981-15992981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788BF-CC2F-0910-EB91-A219954F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54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ABAB-6D7E-8EF7-6714-187885D5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97707-7E28-C4E4-8F53-C50DCFFCD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7495D-01D4-5988-60A6-C63F6EFE6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D9D52-E32E-6027-6905-6EAD8081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C5C6-40C8-48A4-A828-B574D977A63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7FC9B-8394-BEC7-EB1B-3C0AF933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2BEF-C0D8-35E0-CD73-B976702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7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8090-467E-5271-537A-D96F89AF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E7DC6-8A9E-1121-209A-DBCFAFD21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5ABB-F652-613D-08BB-9EF2C1BB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7288-BFC5-4BBF-9736-C7ECEFF6B197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4586-FE70-AC6E-4725-33F1CC47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B2C4-3B52-2D89-0BF7-15DCC14F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58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388A4-CF0B-15AB-A611-307283829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2A4FF-3FF4-7FF8-7A54-1CA1FDAA4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2C78-C0F6-C40B-5CC9-04144112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6906-81C2-41B4-82AC-852C59BDBFF7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27BA-FAD4-6157-AE80-D3D391BD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EE5B0-1396-86A5-2C06-E04B3C28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467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87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772">
              <a:schemeClr val="accent4">
                <a:lumMod val="20000"/>
                <a:lumOff val="80000"/>
              </a:schemeClr>
            </a:gs>
            <a:gs pos="40000">
              <a:srgbClr val="CDC6C0"/>
            </a:gs>
            <a:gs pos="19784">
              <a:srgbClr val="E6C6B4"/>
            </a:gs>
            <a:gs pos="31509">
              <a:schemeClr val="accent2">
                <a:lumMod val="20000"/>
                <a:lumOff val="80000"/>
              </a:schemeClr>
            </a:gs>
            <a:gs pos="0">
              <a:schemeClr val="accent3">
                <a:lumMod val="20000"/>
                <a:lumOff val="80000"/>
              </a:schemeClr>
            </a:gs>
            <a:gs pos="8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3BADA-ED03-7D38-25FC-4A2563DC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28212-0732-511A-7F82-0990EB64B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3A61-C9A3-6F8C-4B5C-B26D0AA07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AC73F-CC09-43F4-BF33-27A6DCBF942E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0BEFC-4F4F-82AF-0599-174B71729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B9DA-2142-1074-B10C-A06AF7727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094AF-A845-4BAE-A950-2B1356BE9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70104" y="1329631"/>
            <a:ext cx="6223794" cy="176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endParaRPr lang="en-US" sz="3667" dirty="0"/>
          </a:p>
        </p:txBody>
      </p:sp>
      <p:sp>
        <p:nvSpPr>
          <p:cNvPr id="5" name="Text 2"/>
          <p:cNvSpPr/>
          <p:nvPr/>
        </p:nvSpPr>
        <p:spPr>
          <a:xfrm>
            <a:off x="5270104" y="5209083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/>
          </a:p>
        </p:txBody>
      </p:sp>
      <p:pic>
        <p:nvPicPr>
          <p:cNvPr id="1030" name="Picture 6" descr="SIMATS ENGINEERING —Profile">
            <a:extLst>
              <a:ext uri="{FF2B5EF4-FFF2-40B4-BE49-F238E27FC236}">
                <a16:creationId xmlns:a16="http://schemas.microsoft.com/office/drawing/2014/main" id="{0DB39B9C-6ABD-0C0C-B80E-DAA10C76F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66" y="264993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CAB67-4060-C4EA-5F0E-212E8CA41F09}"/>
              </a:ext>
            </a:extLst>
          </p:cNvPr>
          <p:cNvSpPr txBox="1"/>
          <p:nvPr/>
        </p:nvSpPr>
        <p:spPr>
          <a:xfrm>
            <a:off x="1032294" y="1787024"/>
            <a:ext cx="10461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Functions Process Scheduling, Memory Management &amp; I/O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5237F-1C8B-74F0-15FA-0FABB7C749BF}"/>
              </a:ext>
            </a:extLst>
          </p:cNvPr>
          <p:cNvSpPr/>
          <p:nvPr/>
        </p:nvSpPr>
        <p:spPr>
          <a:xfrm>
            <a:off x="5688746" y="4043285"/>
            <a:ext cx="3276026" cy="1567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Yashmita G [192511032]</a:t>
            </a: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4CCC078F-0D49-F10D-CC0D-F6AE1E919C6C}"/>
              </a:ext>
            </a:extLst>
          </p:cNvPr>
          <p:cNvSpPr txBox="1">
            <a:spLocks/>
          </p:cNvSpPr>
          <p:nvPr/>
        </p:nvSpPr>
        <p:spPr>
          <a:xfrm>
            <a:off x="9067465" y="631870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78CE364-DA2B-4D79-93AD-F737E1B81049}" type="slidenum">
              <a:rPr lang="en-IN" sz="1200" b="1" smtClean="0"/>
              <a:pPr algn="r"/>
              <a:t>1</a:t>
            </a:fld>
            <a:endParaRPr lang="en-IN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DA08A-A707-A0C4-F82E-A353E29C91E2}"/>
              </a:ext>
            </a:extLst>
          </p:cNvPr>
          <p:cNvSpPr txBox="1"/>
          <p:nvPr/>
        </p:nvSpPr>
        <p:spPr>
          <a:xfrm>
            <a:off x="2157602" y="3013858"/>
            <a:ext cx="6096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CSA0401 – Operating Systems</a:t>
            </a:r>
          </a:p>
        </p:txBody>
      </p:sp>
      <p:pic>
        <p:nvPicPr>
          <p:cNvPr id="6" name="Picture 5" descr="https://images.openai.com/static-rsc-4/xqHPNzj8U2LweFPM-Da_6od9iIDpDY-qV2z2XEQ2A7t_0WSfNBR1lgbIAuETLEyrd8ki0P2Kq0wK5OhcTAioX2Qu0zgpZAyOdIG9DWKNPt1V89ZZUXCe1GIyMZDi7ms3usifAb-pGvR0iLS-JWdzXAwrFV9tO7U0ZnHgXF37b2zdoq2QZNaasz31IRtox5Zv?purpose=fullsize">
            <a:extLst>
              <a:ext uri="{FF2B5EF4-FFF2-40B4-BE49-F238E27FC236}">
                <a16:creationId xmlns:a16="http://schemas.microsoft.com/office/drawing/2014/main" id="{8DD9DB37-F9D0-0B01-FD75-19087AD1C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484" y="2448091"/>
            <a:ext cx="2450081" cy="36751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6C6D50-7DD1-DE5A-B276-B09E20FEB96A}"/>
              </a:ext>
            </a:extLst>
          </p:cNvPr>
          <p:cNvSpPr/>
          <p:nvPr/>
        </p:nvSpPr>
        <p:spPr>
          <a:xfrm>
            <a:off x="732653" y="4043286"/>
            <a:ext cx="3276026" cy="1567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Ruby Elizabeth J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ACB5-AF25-ACF9-5D14-14B270F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398689"/>
            <a:ext cx="10515600" cy="162469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Operating System</a:t>
            </a:r>
            <a:endParaRPr lang="en-IN" sz="3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77FEA7-8493-6B22-B072-6D1B39B14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DB7B70D-A9A5-07E5-91D1-E1937A44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7230B9BC-B26C-CE64-D922-6AECF1362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98B2C-6751-F0F2-9CDA-B161B128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1" y="6384017"/>
            <a:ext cx="2743200" cy="365125"/>
          </a:xfrm>
        </p:spPr>
        <p:txBody>
          <a:bodyPr/>
          <a:lstStyle/>
          <a:p>
            <a:fld id="{578CE364-DA2B-4D79-93AD-F737E1B81049}" type="slidenum">
              <a:rPr lang="en-IN" b="1" smtClean="0">
                <a:solidFill>
                  <a:schemeClr val="tx1"/>
                </a:solidFill>
              </a:rPr>
              <a:t>2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AF278-3C14-2F96-24AC-8E3520C7AD71}"/>
              </a:ext>
            </a:extLst>
          </p:cNvPr>
          <p:cNvSpPr txBox="1"/>
          <p:nvPr/>
        </p:nvSpPr>
        <p:spPr>
          <a:xfrm>
            <a:off x="202067" y="138367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Operating System?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(OS) is system software that acts as an interface between the user and computer hardware. It manages hardware resources and provides services to application programs.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Device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832D7-966F-250F-5633-82856C122353}"/>
              </a:ext>
            </a:extLst>
          </p:cNvPr>
          <p:cNvSpPr txBox="1"/>
          <p:nvPr/>
        </p:nvSpPr>
        <p:spPr>
          <a:xfrm>
            <a:off x="6096000" y="499691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open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Chrome into memory.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CPU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files from storage.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output on the monitor.</a:t>
            </a:r>
          </a:p>
        </p:txBody>
      </p:sp>
      <p:pic>
        <p:nvPicPr>
          <p:cNvPr id="12" name="Picture 11" descr="Notes for 6.1.4 Resource Management Techniques - IB | RevisionDojo">
            <a:extLst>
              <a:ext uri="{FF2B5EF4-FFF2-40B4-BE49-F238E27FC236}">
                <a16:creationId xmlns:a16="http://schemas.microsoft.com/office/drawing/2014/main" id="{F2294776-3D69-4348-CBB0-16800B186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972" y="1318361"/>
            <a:ext cx="5698333" cy="318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9D2B-AD07-05AA-8F62-CA49BE67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170F-8FEC-44E2-1280-F27D9667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6F455-1FAF-FC44-D93B-2B0B9C4BC26C}"/>
              </a:ext>
            </a:extLst>
          </p:cNvPr>
          <p:cNvSpPr/>
          <p:nvPr/>
        </p:nvSpPr>
        <p:spPr>
          <a:xfrm>
            <a:off x="127907" y="1606437"/>
            <a:ext cx="5603422" cy="33015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Process Scheduling?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is the technique used by the OS to decide which process gets the CPU and for how long.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CPU Utilization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Time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Resource Sharing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Throughput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68621-C786-79C7-5DA5-796E802B0CE9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EEB39E5-E32F-1E84-5344-A1BA4864C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60688112-EACA-9F64-DE93-67B1E5C2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7D0E1A-E568-94ED-2D81-9B1462F9DAB2}"/>
              </a:ext>
            </a:extLst>
          </p:cNvPr>
          <p:cNvSpPr txBox="1"/>
          <p:nvPr/>
        </p:nvSpPr>
        <p:spPr>
          <a:xfrm>
            <a:off x="3048000" y="31826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110626-ED41-78AF-B7E6-8CE928F8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5A33D-C1C0-079F-701A-1CDEADC2E157}"/>
              </a:ext>
            </a:extLst>
          </p:cNvPr>
          <p:cNvSpPr txBox="1"/>
          <p:nvPr/>
        </p:nvSpPr>
        <p:spPr>
          <a:xfrm>
            <a:off x="302078" y="515050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applications are running: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</p:txBody>
      </p:sp>
      <p:pic>
        <p:nvPicPr>
          <p:cNvPr id="9" name="Picture 8" descr="https://images.openai.com/static-rsc-4/RNbCBv1pYp9iplCc-vYVX8hhS96-4UifFvniKZu0eYvSVI1deUDMAftn-77OSk0QqETqRq2s1cWl267duGLgCVYri3tfcSN4kdXb2dOcUSaA6HV2ZFdXHEYvkUwBpHJeIW29aZ1gcTP9Q4kP97bCcAjf4w4JvnMv7XtOqwdWYBQVNjxlJ5F4r5V2A7MIM6rk?purpose=fullsize">
            <a:extLst>
              <a:ext uri="{FF2B5EF4-FFF2-40B4-BE49-F238E27FC236}">
                <a16:creationId xmlns:a16="http://schemas.microsoft.com/office/drawing/2014/main" id="{FFACC4BA-33B6-98D5-524D-084CA656D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2229"/>
            <a:ext cx="5869792" cy="438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2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8C26-17B7-8280-3EB7-6B7880E7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66EE-839B-BE1A-29C0-2C5AC39C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B08B9-576B-BC6D-98B2-34A41D1C439B}"/>
              </a:ext>
            </a:extLst>
          </p:cNvPr>
          <p:cNvSpPr/>
          <p:nvPr/>
        </p:nvSpPr>
        <p:spPr>
          <a:xfrm>
            <a:off x="100693" y="1330211"/>
            <a:ext cx="5004707" cy="367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Memory Management?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is the process of allocating and deallocating RAM efficiently.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44DCA-BE4F-98BE-2DA1-0D68FA447FEA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424023F-67F3-B809-DA9C-1CCB07434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FF399A4C-CA40-02F2-712E-FC4DDEB79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A8D15-D841-FF55-D5E4-9F577B14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文章 - 交换文件与交换分区有什么异同 ？ - 酷瓜云课堂">
            <a:extLst>
              <a:ext uri="{FF2B5EF4-FFF2-40B4-BE49-F238E27FC236}">
                <a16:creationId xmlns:a16="http://schemas.microsoft.com/office/drawing/2014/main" id="{7B23481E-CD7F-8476-B8E1-78E314F4D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637" y="1361419"/>
            <a:ext cx="4740682" cy="4009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7B741D-AA89-CF64-53FA-17759E680E9F}"/>
              </a:ext>
            </a:extLst>
          </p:cNvPr>
          <p:cNvSpPr txBox="1"/>
          <p:nvPr/>
        </p:nvSpPr>
        <p:spPr>
          <a:xfrm>
            <a:off x="197302" y="5192949"/>
            <a:ext cx="33310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uses 800 MB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Photoshop uses 2 GB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 allocates memory separately to both applications.</a:t>
            </a: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94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8816-2330-4F3D-B382-18FD501F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DC99-34CE-6A44-F9E3-D7A09F28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AEEB9-1AA6-CFFE-3379-C2FE5E63C3D3}"/>
              </a:ext>
            </a:extLst>
          </p:cNvPr>
          <p:cNvSpPr/>
          <p:nvPr/>
        </p:nvSpPr>
        <p:spPr>
          <a:xfrm>
            <a:off x="236764" y="1550977"/>
            <a:ext cx="5091793" cy="4604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I/O Operations?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operations allow communication between the CPU and peripheral devices.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Keyboard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Printer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9B597-8C41-E22D-BFBE-BFC537B235E8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A4A5A51-BC14-7615-B300-803EBB55A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AADA32C9-DC92-61E6-5D8C-08819A4A1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462D88-D2F1-4275-3A9C-195EBCB6F817}"/>
              </a:ext>
            </a:extLst>
          </p:cNvPr>
          <p:cNvSpPr txBox="1"/>
          <p:nvPr/>
        </p:nvSpPr>
        <p:spPr>
          <a:xfrm>
            <a:off x="3048000" y="31826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ACE91-0B25-54DE-5E13-D232A47A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ttps://images.openai.com/static-rsc-4/B0NUqELN5TKqk-C0t28t77B1lTM2dsAlt3HBhHVyKDGcT8LAtJJoM4UCoEZnR6mXsykEvrKQJ3ClP8FV1mjtT2rREQG7096gB-R9ItgeOBWgeA6N_orS0tOU-doa80ewAxhSt5SiQuzyddZkAH9bmohp7uKBN_FSKp4fWoBArAC6sb1d1AQNZQ1jg-AtO-Kw?purpose=fullsize">
            <a:extLst>
              <a:ext uri="{FF2B5EF4-FFF2-40B4-BE49-F238E27FC236}">
                <a16:creationId xmlns:a16="http://schemas.microsoft.com/office/drawing/2014/main" id="{43EE231B-8761-9734-1EB8-912F8294C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826" y="1657464"/>
            <a:ext cx="6070484" cy="340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6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7A69-7FF3-8475-D9F2-C3AE000E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F1E8-4EC7-F249-36F1-E1981A97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OS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ECCFE-FB2F-739F-4969-EEDDFC78FC98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494FADC-B860-E05A-ECB8-1F34BB511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D214104D-A724-362E-1285-8D1CA3D0C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8CF0C-47DB-50D5-CA0D-E9385C9E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9CF9C-E4F5-30DA-7343-7CDBA902C8C1}"/>
              </a:ext>
            </a:extLst>
          </p:cNvPr>
          <p:cNvSpPr txBox="1"/>
          <p:nvPr/>
        </p:nvSpPr>
        <p:spPr>
          <a:xfrm>
            <a:off x="123145" y="1580207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user opens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Scheduler gives CPU time.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Manager allocates RAM.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loads Word files.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Manager receives keyboard and mouse input.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Manager shows output on the monitor.</a:t>
            </a:r>
          </a:p>
        </p:txBody>
      </p:sp>
      <p:pic>
        <p:nvPicPr>
          <p:cNvPr id="8" name="Picture 7" descr="Part 1: Foundations of Computer Systems | Computer Architecture &amp; OS Mastery - Wasil Zafar">
            <a:extLst>
              <a:ext uri="{FF2B5EF4-FFF2-40B4-BE49-F238E27FC236}">
                <a16:creationId xmlns:a16="http://schemas.microsoft.com/office/drawing/2014/main" id="{94F552C1-E65A-D861-F136-BCCEBAB62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559" y="1371555"/>
            <a:ext cx="6815449" cy="434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8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119A-63F3-6F4C-0F2C-B0BC2C59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E182-8212-39F1-8186-41F062D0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9FA61B-6588-DEBD-D4F9-5D7A52045036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5D02CD9-E808-371C-57AC-937F9BCAF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58F43B80-8827-4DA6-0DFA-D92203ACC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2D4F8A-E559-1E05-EFD6-D5DBD5D1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B4746-BDCF-8167-F4FA-4E7419AF34D5}"/>
              </a:ext>
            </a:extLst>
          </p:cNvPr>
          <p:cNvSpPr txBox="1"/>
          <p:nvPr/>
        </p:nvSpPr>
        <p:spPr>
          <a:xfrm>
            <a:off x="615043" y="1237990"/>
            <a:ext cx="30697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Google Chrome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Click Chrome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Creates Process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Files Loaded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&amp; Mouse Enabled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rtl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Displayed</a:t>
            </a:r>
          </a:p>
        </p:txBody>
      </p:sp>
      <p:pic>
        <p:nvPicPr>
          <p:cNvPr id="10" name="Picture 9" descr="https://images.openai.com/static-rsc-4/GKTy7Be4sA31vG7ttDy4H0YsjQjEJbib5Pv0dvTwS1JEe4XiETvUFOvQExzifeHKujs8YCvGTN0aBKkmkfvE4xOpwI-wr-Uv2ecuaJukfuy0aiUrugoHWDnqJt7wkIeRrSoMzd0CNIcOpL7VkxQEMCBML_qmBiEqjwsaFDhPpSXK97ug_CzE_qw-DoeL0Iz7?purpose=fullsize">
            <a:extLst>
              <a:ext uri="{FF2B5EF4-FFF2-40B4-BE49-F238E27FC236}">
                <a16:creationId xmlns:a16="http://schemas.microsoft.com/office/drawing/2014/main" id="{2A319B7E-30FE-2774-1117-F79BD83CD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192" y="1069717"/>
            <a:ext cx="4959124" cy="2476708"/>
          </a:xfrm>
          <a:prstGeom prst="rect">
            <a:avLst/>
          </a:prstGeom>
        </p:spPr>
      </p:pic>
      <p:pic>
        <p:nvPicPr>
          <p:cNvPr id="12" name="Picture 11" descr="https://images.openai.com/static-rsc-4/CTV3cX5aeoUSANLE4pOuYQ6T5l_TgfpdOJ8Gfls8BBREMJrFEaITYo96nKGANw7vY1oXB7LnvKHV7ylEvo5MjOpJw7O3QUS-UUau2a8BleANMTIkrM5UcqmifhG-Wzex6_7e6feYAlEp4rskP8g6XtnKUsCLSis8eB41je6o_k1ONPTioxb6Y1g9_zoe0Cm4?purpose=fullsize">
            <a:extLst>
              <a:ext uri="{FF2B5EF4-FFF2-40B4-BE49-F238E27FC236}">
                <a16:creationId xmlns:a16="http://schemas.microsoft.com/office/drawing/2014/main" id="{038FA355-F71B-6EE5-285D-F11F7D6E2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535" y="3677447"/>
            <a:ext cx="4991781" cy="250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7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59CC-2D4F-DA87-D6AB-2D8D0B31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031E-4AE5-A602-A77D-45BF0002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4238211-125D-D9D8-8D16-12BA3C449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20A20DE5-1115-A7F3-CA50-AC1F8E8A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39845-7AB0-3821-F883-6FA1E6A3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E0FC9-68BA-FD3D-3C33-672C4A758FB6}"/>
              </a:ext>
            </a:extLst>
          </p:cNvPr>
          <p:cNvSpPr txBox="1"/>
          <p:nvPr/>
        </p:nvSpPr>
        <p:spPr>
          <a:xfrm>
            <a:off x="500743" y="1580611"/>
            <a:ext cx="6096000" cy="295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Operating System Functions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Efficient CPU Utilization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Memory Usage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Execution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Resource Sharing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Device Management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Improved Security</a:t>
            </a:r>
          </a:p>
        </p:txBody>
      </p:sp>
      <p:pic>
        <p:nvPicPr>
          <p:cNvPr id="14" name="Picture 13" descr="What is the Need of Operating System?- Scaler Topics">
            <a:extLst>
              <a:ext uri="{FF2B5EF4-FFF2-40B4-BE49-F238E27FC236}">
                <a16:creationId xmlns:a16="http://schemas.microsoft.com/office/drawing/2014/main" id="{64BEEB93-C9C4-E8F0-4A99-C8D2FE579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567" y="1270341"/>
            <a:ext cx="5249839" cy="484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2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F565-2CDD-FC35-8251-CF723994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C7268F-E005-E3EF-B7EC-E832905F39DE}"/>
              </a:ext>
            </a:extLst>
          </p:cNvPr>
          <p:cNvSpPr/>
          <p:nvPr/>
        </p:nvSpPr>
        <p:spPr>
          <a:xfrm>
            <a:off x="367053" y="1343819"/>
            <a:ext cx="11545321" cy="1344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A72A6-4DFA-CD4B-92E1-FAC1F8C6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-123258"/>
            <a:ext cx="10515600" cy="9669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5B9813-041E-D293-F579-A6CB22D4B544}"/>
              </a:ext>
            </a:extLst>
          </p:cNvPr>
          <p:cNvSpPr txBox="1"/>
          <p:nvPr/>
        </p:nvSpPr>
        <p:spPr>
          <a:xfrm>
            <a:off x="3048000" y="3181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ED1AF60-5C5F-1C4B-5DF3-F75A15D31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F6077604-E6B0-B0BB-691B-7A875A15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B489B-2E63-3334-9194-7F95AC63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FB8FE-3C20-2266-1C92-EC1B931B631C}"/>
              </a:ext>
            </a:extLst>
          </p:cNvPr>
          <p:cNvSpPr txBox="1"/>
          <p:nvPr/>
        </p:nvSpPr>
        <p:spPr>
          <a:xfrm>
            <a:off x="481692" y="1415846"/>
            <a:ext cx="1135924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is the foundation of a computer system that manages hardware and software resources efficiently. It performs essential functions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scheduling, memory management, and I/O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smooth multitasking and optimal system performance.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applications communicate securely with the operating system, making computing reliable, efficient, and user-friendly.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86FCC-F523-9D9D-C343-A1A3BCDE2B71}"/>
              </a:ext>
            </a:extLst>
          </p:cNvPr>
          <p:cNvSpPr txBox="1"/>
          <p:nvPr/>
        </p:nvSpPr>
        <p:spPr>
          <a:xfrm>
            <a:off x="481692" y="375985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an interface between the user and hardware.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processes, memory, and I/O devices.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resource utilization.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system calls for application–OS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smooth, secure, and reliable system performance. </a:t>
            </a:r>
          </a:p>
        </p:txBody>
      </p:sp>
      <p:pic>
        <p:nvPicPr>
          <p:cNvPr id="13" name="Picture 12" descr="https://images.openai.com/static-rsc-4/fuLJhkY2-z9uIj657S4OLWW_XtCPAFWHQlOf51ej6UxHXZfKlB-CkT6nSGxinthtBtHxjJNKpuGtEa-ridNRHH_WbuU1TxuYxXumyZT1s5xkUvMI8ZDFB9ze7m2lAtWr1HlGTQtHg7kzh5tiNUIG3AVBgfvZJiCvq1v_RLfEhZXC4_dFZjmAC96z4-K6YG_p?purpose=fullsize">
            <a:extLst>
              <a:ext uri="{FF2B5EF4-FFF2-40B4-BE49-F238E27FC236}">
                <a16:creationId xmlns:a16="http://schemas.microsoft.com/office/drawing/2014/main" id="{5DAD1C35-758D-84F6-B918-0441A9B3C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316" y="2991393"/>
            <a:ext cx="3675970" cy="296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9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A8B6-11FA-1FEC-F51A-E9F47C8E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94AF-A845-4BAE-A950-2B1356BE9851}" type="slidenum">
              <a:rPr lang="en-IN" b="1" smtClean="0">
                <a:solidFill>
                  <a:schemeClr val="tx1"/>
                </a:solidFill>
              </a:rPr>
              <a:t>10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E6574-60E7-B7DC-8A1C-167F5F82E21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System Calls</a:t>
            </a:r>
          </a:p>
        </p:txBody>
      </p:sp>
      <p:pic>
        <p:nvPicPr>
          <p:cNvPr id="5" name="Picture 4" descr="https://images.openai.com/static-rsc-4/BAIsV8FWhZA71W6UPhQW2ySKxjZ3CIAX3EOjuG2oKODpZCr4QjoBJpcsygZRyxKlE90-PM7MTTMHoEo7MPos7HrlBBGu7TnEL4UUalR0qzWYkTzvSrtPAQNhPRd4frA8cnpnhCHeQm9-uERruiSAJisocn5DbkIuU-aGnf07jvrGLFLn3Hi7RtXcJy6dNnSl?purpose=fullsize">
            <a:extLst>
              <a:ext uri="{FF2B5EF4-FFF2-40B4-BE49-F238E27FC236}">
                <a16:creationId xmlns:a16="http://schemas.microsoft.com/office/drawing/2014/main" id="{4CBE9F72-445C-CB88-F0E0-D0A0AE70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83" y="490197"/>
            <a:ext cx="10265833" cy="577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1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493</Words>
  <Application>Microsoft Office PowerPoint</Application>
  <PresentationFormat>Widescreen</PresentationFormat>
  <Paragraphs>131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 to Operating System</vt:lpstr>
      <vt:lpstr>Process Scheduling</vt:lpstr>
      <vt:lpstr>Memory Management</vt:lpstr>
      <vt:lpstr>I/O Operations</vt:lpstr>
      <vt:lpstr>Interaction Between OS Components</vt:lpstr>
      <vt:lpstr>Real-Life Example</vt:lpstr>
      <vt:lpstr>Advantages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 B</dc:creator>
  <cp:lastModifiedBy>Yashmita Ganesh</cp:lastModifiedBy>
  <cp:revision>1</cp:revision>
  <dcterms:created xsi:type="dcterms:W3CDTF">2026-06-09T15:29:39Z</dcterms:created>
  <dcterms:modified xsi:type="dcterms:W3CDTF">2026-07-21T04:51:52Z</dcterms:modified>
</cp:coreProperties>
</file>